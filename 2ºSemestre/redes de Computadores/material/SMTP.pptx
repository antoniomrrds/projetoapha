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9" r:id="rId3"/>
    <p:sldId id="258" r:id="rId4"/>
    <p:sldId id="257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633"/>
  </p:normalViewPr>
  <p:slideViewPr>
    <p:cSldViewPr snapToGrid="0" snapToObjects="1">
      <p:cViewPr varScale="1">
        <p:scale>
          <a:sx n="90" d="100"/>
          <a:sy n="90" d="100"/>
        </p:scale>
        <p:origin x="89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10T11:12:38.794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12768 2441,'-39'0,"4"9,2 2,2 15,5-5,-4 4,5-6,0-3,-12 6,15-6,-16 3,18-5,-9-4,4-1,0 1,-4 0,4 4,0-3,-4 8,9-9,-9 9,9-8,-9 7,-4-3,5 1,-9 2,17-7,-4 3,5-5,-4 5,3-3,-4 3,5-1,0 2,1 3,-1 1,-8 8,6-7,-6 7,13-8,-13 13,10-10,-11 15,9-17,3 9,-2-4,3 0,-1 4,-11 9,14-4,-15 9,16-13,-7 1,8-1,-4 0,5 0,0 6,-10 15,7-5,-7 18,4-20,7-3,1 0,-10 10,5 2,0 2,-1 2,3-15,0 0,-1 15,1 1,-1 0,1-1,-1 1,1-1,0 2,-3 13,2-10,1-1,5-1,-5 4,5-6,-1 0,2-17,0 1,-2 22,1-6,0 0,0 8,1-8,-1 0,0 6,0-22,0-1,0 17,-4 0,8-7,-2-10,-2 0,0 16,3-15,-1 0,-6 15,3 1,-4 0,4-1,-3 1,4 0,0-15,0 4,-5 11,0 1,4-8,-1 1,-3 21,0-4,0-3,7-17,1-1,-7 12,4-8,-1 0,-6 16,4-16,1 0,-4 15,3-18,0 1,5-10,0 0,-4 6,0 0,2 1,1-3,-3 13,0-19,1 0,6 11,-4-10,0 29,4-26,-2-4,1 0,2 2,0 16,0 7,0-7,0-18,0 1,-5 18,4 1,-5 0,6 6,0-4,0 12,0-6,0 1,0-3,-4-12,2-3,-2 1,4-5,0 18,0-17,0 5,0-1,0-17,0 11,0-14,4 25,2-19,4 8,1 0,8 7,-6-16,1 2,15 26,-5-10,4-1,-10-16,1 0,12 21,-9-16,1 2,-1-5,0-1,-1 1,3 0,12 12,1-2,10 9,-4-7,2-2,-15-23,-2-2,1 6,0-1,6-3,0-3,7 6,10-4,3 3,-10-10,-5-4,1-1,30 13,-34-15,2-1,4 0,0 0,29 9,-33-11,0 0,5 2,-2 0,20 3,4-5,1-2,6 2,-11-4,-3-1,-12-2,-9-4,0-2,5-6,19-21,-27 1,-2-5,-4 0,0-3,14-16,1-6,-12 6,-1-5,-1 3,-6 11,0 2,1-3,8-16,2-4,-3 5,-2-5,0 4,6 0,0 1,-7 3,0 1,3 1,-1 3,-11 14,0 1,5-5,0 2,7-18,-11 28,0-2,-1-9,-1 0,16-20,-18 20,-1 0,2 11,-1-1,-4-5,0-3,11-23,1-2,-6 7,0-1,-4 12,1-2,0-2,2-9,1-2,-2 4,0-7,-1-2,-1 12,2-5,-1 0,-2 8,-1-2,-1 3,1 2,1-2,-2 6,-5 8,0 2,2-8,0-1,-1-13,-2-1,1 11,-1 0,2-14,-1-1,0 13,-1 1,-2-10,0 1,-1 11,0-1,-3-23,0 0,0 29,0 1,0-25,0-1,0 25,0 0,0-11,0 0,0 11,0 1,0-6,0-2,0-1,0 1,0 10,0-1,0-17,0 0,0 14,0 1,0-14,0-2,0 3,0 1,-2 10,-1 0,-1-3,1 0,-4-20,1 27,1 0,3-32,-8-1,3 0,0 8,-1 20,0 1,6-19,-6 22,0 1,2-11,-6-4,2 11,-2-11,6 11,-9-24,13 21,-13-15,9 7,-5 15,-1-21,1 16,0-5,-6-5,5 4,-9 1,8 1,-7 7,8 0,-9 0,5 5,-6-4,3 16,-2-9,-13-5,10 6,-16-11,13 13,-4 5,-1-4,-20-11,15 11,1 2,0 1,-1-1,-15-14,21 16,-8-10,17 19,-14-18,15 20,-6-14,3 9,-9-17,10 16,-26-24,26 24,-17-13,20 19,2-1,-3 4,5-2,-10-3,11 4,-2 1,4 4,3 0,-8 0,0-4,-1 3,-16-11,19 14,-10-9,18 15,-5-3,3 4,-15-4,14-1,-10 1,13 0,-1 4,-4 0,4 0,-4 0,0 0,3 0,-3 0,4 0,1 0,-5 0,4 0,-4-4,4 3,1-3,-13 4,10 0,-9 0,11 0,0 0,-3 0,-2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10T11:12:59.417"/>
    </inkml:context>
    <inkml:brush xml:id="br0">
      <inkml:brushProperty name="width" value="0.08819" units="cm"/>
      <inkml:brushProperty name="height" value="0.35278" units="cm"/>
      <inkml:brushProperty name="tip" value="rectangle"/>
      <inkml:brushProperty name="rasterOp" value="maskPen"/>
    </inkml:brush>
  </inkml:definitions>
  <inkml:trace contextRef="#ctx0" brushRef="#br0">12926 1923,'-35'0,"-2"0,6 0,0 0,-30 0,-1 10,-5-3,4 8,20-4,-14 9,10-2,-17 11,24-11,-3 5,12-12,1 8,0-8,0 8,4-8,3 7,4-8,-8 12,11-11,-10 15,12-11,-4 11,3-11,2 6,4-7,-4 1,-6 11,3-10,-6 11,8-8,-1-1,-2 1,-3 13,1-10,-5 15,5-17,3 9,-2-4,2 5,-4 0,5-5,-4 4,3-4,-4 5,0 1,-1 5,1-5,-1 5,0 0,0 2,0 5,-5 8,3-6,-1 0,7-9,-1-11,7 4,-3-9,0 8,3-3,-4 6,5-1,0 0,-5 6,3-4,-3 9,-1-3,2 1,0 4,-7 24,0-8,-1 2,12-21,-1-1,-10 15,-2 0,-3 16,9-27,1-1,-7 18,4 4,3-25,0-1,1 18,-2-11,-1-2,5 5,-12 9,13-15,-8 14,8-8,-3 15,4-20,0 19,0-14,3-4,0 0,-4 6,4-3,0 0,-3 3,5-3,1 0,-6 3,5-6,1 0,-6 4,0 15,5-20,-4 0,4 0,-5 0,5 1,-4 5,9-4,-9 5,4-7,0 6,-4-4,9 5,-8-7,7 0,-7 0,8 1,-9-1,9 0,-9 0,9 0,-9 1,4-1,-5 0,1 0,-2 7,6 1,-4 7,3-1,2-8,-1 0,-6 19,6-17,0 2,-1-6,1-2,-6 21,8-18,0 0,-6 12,6-20,1 1,-4 28,-2-20,2 0,4 8,-2-15,0-2,5 5,-5 24,4-14,-3 10,4-16,0-6,0 1,0-1,0 0,0 0,0 7,0-5,0 11,0 2,0-11,0 15,0-17,5 20,2 9,1-16,2 2,0-10,0-1,0 3,-1 0,1 0,-1-1,0-8,-1 0,-1 8,0 2,4 7,0-2,-4-17,0-2,2 8,-1-2,-1 20,2-14,-2 5,4-11,0 5,-1-7,1-6,-1-1,5 0,0-9,6 7,-2-14,0 4,0-5,3-1,-7-4,19 7,-17-10,19 7,-6-8,8 0,5 6,14-4,3 10,-24-12,1-1,4 1,0-1,0 4,1-2,4-3,-1-1,-7 2,0 0,19-2,1-1,-17 1,1-1,17-2,0 0,-13 2,-1 0,3-5,4-1,18 3,2 0,-14-3,4 0,-9 0,6 0,1 0,-5 0,19 0,0 0,-7 0,4 0,1 0,-15 0,0 1,1-1,0-1,6-2,0 0,0-1,0 1,-5 0,-2 2,1-1,0-2,4-1,1-2,-3 0,-8 0,0 0,-4 0,7 0,-3 1,12-5,-12 5,-3 0,14-9,-15 8,14-8,0-1,-14 4,-9-1,-2 1,-1-1,15-14,-34 11,4-3,-12 2,0 3,1-5,-1-5,-4-20,6-19,-10 2,-1-10,2 9,0-5,0-4,-2 1,0-5,0-1,0 4,0 9,0 2,0 0,0-3,0-8,0-4,0 1,0-1,0 0,0-2,0 3,0 5,-1 3,-1 5,-1-6,-1 0,-1-9,-1-1,0 3,-1 10,-1 8,-1 8,-1-5,-4-11,-2-6,-1-1,2 8,3 6,2 6,-3-1,-3-2,-3-1,1-1,1-6,1-1,-1 2,1 6,0 2,-1-4,2 3,0-3,-1 0,3 6,-3-14,0 2,-2-1,-2-5,3 5,3 1,1-1,-1 1,-1-4,1 3,-1-7,2 1,5 14,1-3,0 4,-4-10,0 2,1-9,1 3,2 19,0 2,0-11,0 2,1 20,0-1,-2-27,1 2,1 4,0 12,0-1,-1-18,-5-6,6 26,0 1,-6-25,6 10,0 0,-5-6,7 18,0-7,0 7,-7-17,7 14,2 2,-3 8,5 11,0-5,0 0,0-2,0-5,0-1,0 1,0 0,0 0,0-1,0 4,0-2,0-10,0 13,0 1,0-3,0-16,0 9,0-15,0 20,0-7,0 5,0-4,0 5,0 1,0-26,0 19,-3 13,1-1,0-28,-8-3,4 1,-7-2,-3 17,2-19,-1 29,-2 1,-3-23,5 26,-3 2,-8-1,-3-6,0 16,-2-1,-16-16,17 19,-1 1,-25-11,1 8,1 1,4 3,20 13,0 1,5 1,1 8,5-7,0 7,5-4,-3 5,3 0,0 0,1 0,5 0,-1 0,-4 0,-1 0,1 0,-5 5,8-4,-7 7,2-7,1 7,-7 1,5 1,-2 3,1-8,7 2,-3-2,0 4,3-4,-3-1,0 0,4-3,-4 2,8 5,1-2,4 6,0-3,0-1,0 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10T11:15:04.624"/>
    </inkml:context>
    <inkml:brush xml:id="br0">
      <inkml:brushProperty name="width" value="0.08819" units="cm"/>
      <inkml:brushProperty name="height" value="0.35278" units="cm"/>
      <inkml:brushProperty name="tip" value="rectangle"/>
      <inkml:brushProperty name="rasterOp" value="maskPen"/>
    </inkml:brush>
  </inkml:definitions>
  <inkml:trace contextRef="#ctx0" brushRef="#br0">20863 2657,'-37'0,"-5"0,16 0,-6 0,-10 0,11-5,-11-1,10-4,-4 0,6-1,-1 1,1 5,0-4,0 3,-1-4,-5 4,-9-3,0 3,-20-4,19 4,-5-4,9 9,10-3,-4 4,6 0,5-4,-4 3,9-4,-4 5,5 0,0 0,5 0,1 0,4 0,1 0,-6 0,5 0,-12 8,10-2,-18 11,17-8,-14 9,12-8,-5 7,5-7,-4 8,4-4,-5 5,1-1,4-4,-4 4,8-4,-4 5,1-1,3-4,0 4,2-4,3 5,0-5,-4 12,8-6,-7 3,7 22,-2-30,3 34,0-33,0 6,0-5,4-3,1 5,4 0,-4-5,4 3,-4-3,4 5,1 5,-1-4,10 22,-3-14,18 35,-16-28,11 15,-13-20,4 0,-1-5,0-1,1-1,-2-3,2 4,-2-5,1-1,-1-3,1 2,0-6,13 7,-10-8,23 4,-23-5,28 1,-13-5,9-1,-8-4,-8 0,1 0,5 0,-5 0,5 0,0 0,2 0,-1 0,5-4,-5-7,6-1,1-4,-1 5,0 0,0-4,0 2,1 3,24-5,-18 8,3-8,1-1,-1 2,-4 0,-3 2,-10 1,18 5,-28-7,16 10,-10-10,9 7,-9-4,4-5,-6 4,0-4,0 5,1 0,-6 0,4 0,-10 5,5-4,0 8,-4-7,12 2,-11-3,5 4,-2-4,-4 4,-1-1,-1-2,-4 3,0-5,-1 1,-4 1,-1 3,1 1,-1-4,-3 3,-1-8,0 4,-3 1,3-1,-1-4,-2-1,3-3,-4-2,0-14,0 15,-7-27,0 28,-22-17,12 18,-14-1,16 3,-3 4,4-4,-5 5,0-1,-13-8,5 2,-12-4,9 1,-14-2,11 5,-24-12,23 11,-10-8,14 9,0 2,-1-1,1 4,0-4,5 6,-4 3,9-2,-18 7,8-8,-9 8,-2-3,19 4,-12 0,19 0,-8 0,9 0,-4 0,4 0,-5 0,1 0,-9 0,1 0,-3 0,0 0,4 0,0 0,1 0,6 0,-1 0,0 0,5 0,-4 0,9 0,-5 0,6 0,-1 0,0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0T11:24:24.97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8107 6836 24575,'-19'0'0,"1"0"0,-1 0 0,-11 0 0,-15 0 0,-8 0 0,11 2 0,-1 1 0,-13 3 0,11 2 0,2 0 0,1 4 0,-14-1 0,31-3 0,1-3 0,6 5 0,-5-1 0,4 0 0,0 0 0,2 0 0,7-1 0,-8 2 0,4-1 0,-5 0 0,1 0 0,-1 0 0,0 1 0,1-1 0,3 0 0,-2 0 0,3-4 0,-8 11 0,6-13 0,0 12 0,7-10 0,1 3 0,-1 1 0,-8 3 0,2-2 0,-8 8 0,9-8 0,-9 3 0,12 1 0,-17-3 0,12 6 0,-8-2 0,6-1 0,-6 0 0,4 0 0,-8 5 0,8 0 0,-20 16 0,22-13 0,-33 22 0,36-27 0,-19 13 0,24-21 0,-7 9 0,7-8 0,-3 7 0,-1-3 0,0 13 0,-5-6 0,4 6 0,2-9 0,-1 9 0,0-6 0,-1 6 0,2-9 0,-1 14 0,3-5 0,-3 7 0,-1-5 0,5-10 0,-5 5 0,6 0 0,-1-4 0,0 9 0,1-9 0,3 8 0,-3 3 0,-1 1 0,-2 4 0,-2-6 0,3 6 0,1 1 0,-1 1 0,1 4 0,4-11 0,-4 11 0,5-10 0,-1 4 0,-3-6 0,3 13 0,0-9 0,-2 18 0,2-20 0,-4 6 0,5-7 0,-4-1 0,3 0 0,-4-5 0,-4 26 0,3-21 0,-4 17 0,5-18 0,1-4 0,-2 5 0,1 0 0,0 0 0,0 0 0,0 6 0,-1-4 0,1 10 0,-1-5 0,1 1 0,-6 23 0,4-19 0,-3 20 0,4-19 0,0 1 0,0 5 0,0-4 0,-1 11 0,-4 14 0,3-7 0,5-24 0,0-1 0,-3 13 0,0-1 0,0-7 0,0 0 0,0-5 0,5 3 0,-3-3 0,8-1 0,-9 5 0,9-11 0,-9 25 0,5-21 0,-6 14 0,6-19 0,-4 0 0,7 1 0,-7-1 0,8 0 0,-8 0 0,4 0 0,-1 6 0,-3-4 0,8 10 0,-8-5 0,3 6 0,-6 7 0,6-5 0,-4 4 0,4-6 0,0 7 0,-3-5 0,7 5 0,-7-13 0,8 5 0,-4-11 0,1 11 0,2-4 0,-2-1 0,4 5 0,0 14 0,0-8 0,0 5 0,0 2 0,0 5 0,0-11 0,0-2 0,0 5 0,0 4 0,0-5 0,0 14 0,0-6 0,0 6 0,0-7 0,0-1 0,5 1 0,1-7 0,5 5 0,0-11 0,0 11 0,0-11 0,1 18 0,3-3 0,-6-24 0,1 2 0,0-1 0,1-1 0,12 24 0,-2-3 0,-4-14 0,3 0 0,-8 0 0,18 14 0,-12-16 0,1-7 0,1 0 0,3 7 0,6 5 0,13 15 0,-18-34 0,22 29 0,-5-20 0,-11-8 0,9 6 0,-9-8 0,18 10 0,-6-11 0,-5-3 0,2 1 0,27 11 0,-7-9 0,10 3 0,-7-2 0,-13-4 0,-1-1-319,7 0 0,6 1 1,-13-6 318,-5-5 0,-5-1 0,-2 1 0,7-1 0,-9-5 0,15 0 0,-11-5 0,5 0 956,-6 0-956,31 0 0,-3 0 0,-18 0 0,0 0 0,22 0 0,1 0 0,-26 0 0,13 0 0,1 0 0,1 0 0,6 0 0,-7 0 0,6 0 0,-11-5 0,-13 5 0,-2-1 0,11-9 0,4 4 0,1 0 0,14-1-1014,-17-1 0,1 0 1014,-10 1 0,-3 1 0,30-3-173,-3-12 173,-22 14 0,17-13 0,-19 3 0,-1 4 0,0 0 0,1-5 0,-5 3 0,0 1 0,4 1 0,10-11 0,-9 7 0,14-9 0,-8 3 0,15-3 0,-7-3 0,-20 7 0,18-6 0,-21 2 0,6-2 0,7-18 0,-17 11 0,10-16 0,-11 12 0,8-20 2008,-12 17-2008,4-23 0,0-6 0,-15 32 0,-1-1-1133,7-21 1,3-9-1,-3 7 1133,-4 7 0,-2 1 0,1-17 0,-1-1 0,-2 18 0,-2 0-832,-2-4 0,0-1 832,0 1 0,0-3 0,0 1 0,1-4 0,-2 2 0,-2 11 0,-1 2 0,0-3 0,1-10 0,1-2 0,-1 2 0,-4-9 0,0 4 0,0 15 0,0 1 0,0-6 0,0 1-553,0 10 0,0 0 553,0-4 0,0 0 0,0 1 0,0 1 0,0 6 0,0 2-309,0 0 0,0 1 309,-6-34 0,0 16 0,-1 1 0,-5-8 0,-1 4 0,2 3 0,3 15 0,-4 1 0,1-1 2685,8 0-2685,-4 6 0,-3-3 0,1 0 0,0-1 0,2 1 0,-1-1 580,-3-10 1,-1 2-581,0-18 0,3 22 0,-1 2 0,-3-8 0,1-1 0,-1 2 0,1 11 0,3-3 0,-1-1 0,-6-4 0,3-12 0,-9 3 1227,4-2-1227,0 10 0,1-13 0,1 15 0,2-1 0,-2-4 0,3 11 0,-1-3 0,-1-5 0,-2-4 0,2 3 0,0 0 0,1-2 0,-4-18 0,-1-10 0,1 10 0,4 19 0,-1 0 0,-1-8 0,-2-11 0,0 1 0,2 13 0,2 14 0,-1 3 9,-9-34 1,0 2-10,1 12 0,0 7 0,-6-12 213,11 27-213,-9-18 0,4 8 0,5 5 0,-9-14 659,5 11-659,-1 5 140,-4-10-140,6 11 0,1 0 0,-6-16 0,1 6 0,0 1 0,2 6 875,-3-9-875,7 20 0,4 0 0,-5 4 0,0-3 0,-3 1 0,3 6 0,-11-4 0,14 16 0,-9-3 0,12 8 0,-5-4 0,1 8 0,-9-3 0,6 4 0,-6 0 0,8 0 0,0 0 0,-18 0 0,14 0 0,-20 0 0,18 0 0,-5 0 0,0 0 0,4 0 0,-3 0 0,9-4 0,-9 3 0,9-3 0,-3 4 0,-4 0 0,10 0 0,-9 0 0,17 0 0,-9 0 0,8 0 0,-3 0 0,4 0 0,-3 0 0,2 0 0,-2 0 0,3 0 0,0 0 0,1 0 0,-1 0 0,0 0 0,-4 0 0,-1 0 0,-13 0 0,6 0 0,-10 0 0,11 0 0,-1 0 0,6 0 0,3 0 0,3 0 0,8 0 0,6 0 0,1 0 0,1 0 0</inkml:trace>
  <inkml:trace contextRef="#ctx0" brushRef="#br0" timeOffset="26562">15589 6377 24575,'-30'0'0,"-6"0"0,4 0 0,-10 0 0,-9 0 0,4 0 0,-23 0 0,17 0 0,8 0 0,-1 0 0,-18 0 0,25 2 0,1 1 0,-12 3 0,13 4 0,1 1 0,6-1 0,4 3 0,-11 11 0,3 4 0,3-3 0,0 1 0,-13 11 0,12-12 0,0-1 0,-9 9 0,5-3 0,0 1 0,7-8 0,0 1 0,-6 7 0,1 0 0,-13 9 0,17-13 0,0 1 0,-14 16 0,16-14 0,0 1 0,-12 15 0,12-7 0,-6 6 0,12-8 0,-5 8 0,5-2 0,-1 7 0,6-6 0,-4 12 0,8-4 0,-4 5 0,6 8 0,-1-5 0,3-12 0,0 1 0,-4 24-503,4-24 0,1 1 503,1 24 0,1-34 0,1 1 0,4-3 0,0 0 0,-2 6 0,0 1 0,3 0 0,0 1 0,0 1 0,0 0 0,0 2 0,0 1 0,0-4 0,0-1 0,0 1 0,0-1 0,0-7 0,0 0 0,0 19 0,0 1 0,5-14 0,3 3 0,2 12 0,2 6 0,1-3 0,5 4 0,4 2 0,-1-10 0,4 8 0,1 0 0,-2-7 0,-5-10 0,0-5 0,7 5 0,11 5 0,11 8 0,4 2 0,-2-4 0,-6-9 0,-9-8 0,-3-7 0,7 2 0,11 4 0,11 4 0,3 0 0,-4-4 0,-11-10 0,-4-6 0,-2-6-711,25 12 1,0-7 710,-27-17 0,-3-4 0,34 9 0,-23-6 0,1-1 0,0-2 0,0-1 0,0 0 0,1 0 0,4-3 0,0 0 0,5 0 0,-1 0 0,-3 0 0,1 0-939,6 0 1,2 0 938,-4 0 0,-1 0 0,1-6 0,-1-1 0,1 4 0,-2-3-210,-8-6 0,-1-1 210,1 3 0,-2-1-364,20-13 364,2 0 0,-5-6 0,-17 11 0,14-9 1211,-31 12-1211,-1-4 1927,-7-5-1927,-5 5 1476,0-3-1476,-4 4 474,-1-5-474,-5 4 0,1-9 0,-1 9 0,6-9 0,-4-2 0,4-6 0,-4-13 0,0-9 0,-2 8 0,0-5 0,-2-3 0,1 0-930,1 1 0,0 0 930,-2-5 0,0 3 0,-1 16 0,1 1-291,0-8 1,-1 0 290,-2 5 0,0 0 0,-1 5 0,-1 1 0,-2-34 0,0 1 0,0 32 0,0 0 0,0-28 0,1 31 0,-2-3 0,-8-9 0,-4 0 0,6 6 0,-3-1-582,-7-13 0,-2 0 582,6 11 0,0 2 0,0 0 0,0-1 0,-3-2 0,-1-3 0,-2-15 0,-1-2 0,-2 8 0,1 2 0,5 1 0,0 1 0,-4-1 0,1 3 0,4 13 0,0 2 0,-2-13 0,-1 1 0,2 11 0,-1 0-170,1 0 0,1 1 170,-4-16 0,1 15 0,1 1 0,-2-7 0,2 11 0,-1-1 0,-1-10 0,2 7 0,-1 0 0,0-4 0,-7-6 0,-3-2 0,11 16 0,0 2 0,-13-15 0,0 2 0,-2-15 0,8 27 0,1 3 0,-1-5 1651,-16-16-1651,12 14 586,-4 4-586,-1 1 1295,1 2-1295,1 9 413,0-3-413,-2 5 0,2 9 0,-11-1 0,10 11 0,-7-8 0,-16 8 0,-1-4 0,-4 5 0,15 0 0,2 0 0,-2 0 0,-5 0 0,-1 0 0,-6 0 0,15 0 0,0 0 0,-5 0 0,-19 0 0,41 0 0,-14 0 0,29 0 0,-3 0 0,8 4 0,-3-3 0,7 7 0,-3-4 0,4 5 0,0 0 0,0-1 0,0 1 0,0-1 0,0 1 0,0-1 0,0 1 0,0 4 0,0-3 0,0 7 0,0 1 0,0 2 0,-8 14 0,-2-12 0,-13 12 0,8-14 0,-7 2 0,3 5 0,-1-6 0,2 6 0,4-9 0,5-3 0,0-2 0,0 0 0,4-4 0,1 4 0,4-4 0,0-1 0,0 1 0,0 0 0,0-1 0,0-3 0,0-1 0</inkml:trace>
  <inkml:trace contextRef="#ctx0" brushRef="#br0" timeOffset="31255">14109 6814 24575,'-49'0'0,"6"0"0,5 0 0,-2 0 0,-26 0 0,25 0 0,0 0-835,4 0 0,-2 0 835,-9 0 0,-1 0-560,2 0 1,0 0 559,-8 0 0,0 0 0,4 0 0,0 0 0,-3 0 0,0 0 0,5 0 0,-3 0 0,0 0 0,-3 0 0,3 0 0,-9 0 0,-1 0 0,-5 0 0,-6 0 0,5 0 0,6 0 0,2 0-460,10 0 0,-2 0 0,3 0 460,-7 0 0,5 0 0,-21 0-445,24 3 0,1 0 445,-23 4 0,13-1 0,-2 1 0,14-1 0,1 1 0,-7-2 0,2 1 0,-23 7 0,35-7 0,0 0 198,-19 5-198,9-5 0,1 1 0,-6 4 0,12-2 0,-1 0 0,-10 3 0,-20 11 0,9-4 0,25-7 0,0 0 0,1 0 0,0 0 0,-4 3 0,0-1 0,-30 6 0,17-4 0,2 0 0,-7 2 0,6-4 0,1 0 0,7 2 0,-25 0 1087,32-6-1087,-1 1 2088,-4 0-2088,11-1 1085,-11 0-1085,-9 10 0,10-8 0,0 3 0,0-1 0,2-2 0,-19 7 601,35-13-601,-4 2 0,6-3 0,-2 0 0,10-1 0,4 0 0,8-3 0,10 3 0,1-4 0,7 4 0,-13-3 0,0 2 0</inkml:trace>
  <inkml:trace contextRef="#ctx0" brushRef="#br0" timeOffset="33515">9921 7006 24575,'-9'31'0,"-3"-1"0,-9 21 0,0-14 0,4 5 0,-2-5 0,2 20 0,1-16 0,3-2 0,2-1 0,-1-6 0,-3 19 0,7-33 0,7 6 0,-4-4 0,1 4 0,3-10 0,-3 7 0,4-6 0,0 3 0,0 0 0,0-9 0,0 4 0,0-4 0,0 0 0,0 3 0,0-2 0,0 2 0,4-7 0,1-1 0,3-8 0,5-18 0,-4 9 0,4-12 0,4 8 0,-1 1 0,20-7 0,-14 9 0,23-5 0,-23 9 0,23-4 0,-17 4 0,10 0 0,-8 0 0,0 0 0,1 0 0,4-6 0,-3 5 0,10-9 0,-11 8 0,5-7 0,-5 7 0,-6-2 0,-2 8 0,-8-2 0,-2 7 0,-5-2 0,1 3 0,-1 0 0,-3 3 0,-1 2 0,-4 4 0,0-1 0,0-3 0,0-1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0T11:26:02.70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13848 4642 24575,'-38'0'0,"5"0"0,-11 0 0,6 0 0,-11 0 0,-3 0 0,-5 0 0,-8 0 0,-2 0 0,13 0 0,8 0 0,-3 0 0,11 0 0,-1 0 0,-19 0 0,-1 0 0,16 0 0,0 0 0,-13 0 0,1 0 0,-11 0 0,5 0 0,-1 0 0,-4 0 0,20 0 0,1 0 0,-6 0 0,-5 5 0,5-4 0,-1 4 0,3-5 0,5 0 0,1 5 0,5-4 0,-6 4 0,12-5 0,-2 4 0,15-3 0,1 3 0,4-4 0,0 4 0,1 1 0,4 3 0,0 1 0,1 0 0,3-1 0,1 1 0,4-1 0,0 1 0,0 0 0,0 3 0,0-3 0,0 8 0,0-3 0,0 1 0,0 2 0,0-3 0,-4 5 0,3-1 0,-8 1 0,8 0 0,-7-1 0,3 1 0,-5 8 0,5-7 0,-3 3 0,7-6 0,-7 6 0,7-3 0,-7 7 0,6-13 0,-2 4 0,0-8 0,3 7 0,-2-7 0,-2 7 0,4-7 0,-3 3 0,4-4 0,-4-1 0,3 1 0,-2-1 0,3 1 0,0 4 0,0-3 0,-4 6 0,3-6 0,-3 2 0,4 1 0,0-3 0,0 3 0,0 0 0,0 1 0,0 0 0,0 3 0,0 8 0,0-8 0,0 8 0,0-12 0,0-4 0,0 9 0,0-9 0,0 9 0,0 8 0,0-9 0,4 17 0,-3-19 0,6 3 0,-2-5 0,0-5 0,2 1 0,-2 0 0,0-1 0,3 1 0,-7-1 0,6 1 0,-2-1 0,3 1 0,1 0 0,0-1 0,-5 1 0,4-1 0,-3 1 0,3-4 0,1 2 0,0-2 0,-1 4 0,1-1 0,-1 1 0,1-1 0,-1-3 0,1 3 0,0-3 0,7 3 0,0 1 0,6 1 0,-8-1 0,4-4 0,-4 3 0,8 1 0,-2 1 0,-2-1 0,-1-1 0,-7-7 0,7 8 0,1-8 0,2 7 0,2-7 0,-3 3 0,-1 0 0,1-3 0,13 8 0,-5-8 0,25 8 0,-18-8 0,9 8 0,-7-8 0,-4 8 0,4-8 0,7 3 0,-9-4 0,9 5 0,-7-4 0,-4 3 0,4-4 0,0 0 0,1 0 0,1 0 0,4 0 0,-5 0 0,13 0 0,-11 0 0,28 0 0,-25 0 0,-4 0 0,0 0 0,9 0 0,3 0 0,-14 0 0,-5 0 0,-1 0 0,6 0 0,-5 0 0,11 0 0,-4 0 0,-1 0 0,5 0 0,-5-4 0,6 2 0,1-2 0,-1-1 0,0 4 0,-6-4 0,-1 5 0,0-5 0,-4 4 0,10-4 0,-11 0 0,11 4 0,-5-8 0,7 8 0,-1-9 0,0 9 0,7-4 0,-6 0 0,-6 2 0,0 0 0,18-3 0,-8 3 0,0 1 0,8 2 0,-9-1 0,0-2 0,3-3 0,19-5 0,-26 5 0,0-4 0,0 4 0,1 0 0,-7 1 0,5 0 0,3 0 0,0-6 0,0 1 0,-3 4 0,-11-3 0,25 3 0,-22-5 0,16 6 0,-20-4 0,6 7 0,-4-7 0,4 8 0,-6-3 0,6-1 0,-5-1 0,5 0 0,-5-3 0,4 3 0,-3 1 0,10-5 0,14 4 0,-8 0 0,15-4 0,-22 7 0,-1 0 0,20-3 0,-18 3 0,-1 1 0,9 2 0,-7 0 0,0 0 0,0-4 0,-5 2 0,3-2 0,-9 4 0,10 0 0,-11 0 0,5 0 0,0 0 0,-4 0 0,23 0 0,-25-5 0,24 4 0,-19-7 0,3 7 0,13-8 0,-17 3 0,18-4 0,-20 0 0,1 0 0,-4 0 0,-4 4 0,0-2 0,-1 3 0,3-5 0,-6 1 0,1 0 0,-9 0 0,-4 0 0,-5 0 0,0 1 0,-4-6 0,0 5 0,0-4 0,0-1 0,0 0 0,0-5 0,0-4 0,0-3 0,0-10 0,0-8 0,-11-14 0,0 11 0,0 10 0,-3-3 0,-6-2 0,1 1 0,-4-28-397,-3 14 1,0 4 396,6 13 0,0 2 0,-2 0-13,-6-4 13,-7-11 0,10 18 0,0 0 0,-12-12 0,13 16 0,0 0 0,-15-4 0,-6-1 0,-3 0 0,14 14 0,-1 0 0,2-2 0,0 1 0,-28-9 0,-3-5 0,8 17 0,-4 4 0,19 2 0,0 1-705,-24-6 1,0 3 704,25 9 0,0 3 0,-30-4 0,-2 1 0,20 4 0,-3 1 0,-12-2 0,-6 0 0,7 0 0,14 2 0,1 0 0,-10 0 0,-6 0 0,6 0 0,8 3 0,2 0 0,-19 0 0,0 1 0,23 2 0,3 1 0,3-1 0,-1 1 0,-28 4 0,0 1 0,26-5 0,0 0 0,-8 2 0,-4 1 0,7-1 0,-18 4 0,23-5 0,-1 0 0,-25 3 0,13 0 0,13-3 0,0 0 0,-4 4 735,-14 3-735,18-4 13,1 0-13,0 0 1467,-7 0-1467,5-1 0,1 1 0,2 0 0,10-1 0,-9 1 0,9-1 0,-4 0 0,5 0 0,6 0 0,-4 0 0,-4-1 0,1 2 0,-15-1 0,19-1 0,-22 1 0,26-5 0,-32 4 0,28-8 0,-11 8 0,10-8 0,4 3 0,0-4 0,-4 5 0,9-4 0,-12 3 0,11-4 0,-2 4 0,6-3 0,3 3 0,0-4 0,-6 4 0,9-3 0,-5 2 0,11 1 0,-3-3 0,7 7 0,-2-3 0,3 3 0,0 1 0,0-1 0,3-3 0,2-1 0,4-4 0,-5 0 0,0 0 0</inkml:trace>
  <inkml:trace contextRef="#ctx0" brushRef="#br0" timeOffset="5556">9737 11638 24575,'-18'0'0,"-1"0"0,0 0 0,-4 0 0,3 0 0,-9 0 0,9 0 0,-9 0 0,3 0 0,1 0 0,-4 0 0,-4 0 0,0 0 0,-17 0 0,22 0 0,-11 0 0,11 0 0,4 0 0,-3 0 0,-6 0 0,11 4 0,-10 1 0,8 0 0,4 3 0,-9-2 0,4 4 0,0-1 0,-4 1 0,-4 0 0,5 0 0,-4-1 0,13 1 0,1-1 0,-1 0 0,5 0 0,-4 0 0,8 0 0,-3 0 0,5 3 0,-1-2 0,4 7 0,1-8 0,4 4 0,0 0 0,0 1 0,0 4 0,0 9 0,0-7 0,0 7 0,0-8 0,-4 13 0,3-10 0,-7 10 0,7-8 0,-4-5 0,1 5 0,3-5 0,-3-1 0,4 6 0,0-4 0,0 8 0,0-13 0,0 6 0,0-11 0,0 3 0,0-5 0,8 5 0,-3-4 0,12 4 0,-8-9 0,3 4 0,2-7 0,0 7 0,4-7 0,14 8 0,-5-8 0,12 3 0,-9-4 0,6 0 0,1 0 0,7 0 0,5 0 0,-4 0 0,-5 0 0,2 0 0,31 0-336,-29 0 0,0 0 336,28-5 0,-21-1 0,20-12 0,-22 1 0,-6 1 0,0 0 0,-1-2 0,6-4 0,-1-1 0,0-3 0,-9 7 0,0-1 0,7-13-77,-1 9 77,-4-8 0,-3 5 0,-6 0 0,-4-4 0,-3 6 669,-4-6-669,-4 1 80,3 0-80,-8-1 0,4 1 0,-10-6 0,0 4 0,-5-4 0,0 6 0,0 5 0,0-4 0,0 9 0,-5-16 0,-4 22 0,-43-14 0,24 26 0,-31-7 0,39 9 0,2 0 0,0 0 0,-4 0 0,-4 5 0,-19 7 0,-4 4 0,-2 5 0,-8-1 0,1-1 0,10-2 0,-3-2 0,1 0 0,3-1 0,8-1 0,3-1 0,11-7 0,1 4 0,5-8 0,1 3 0,0-4 0,7 4 0,0-3 0,10 3 0,-3-4 0</inkml:trace>
  <inkml:trace contextRef="#ctx0" brushRef="#br0" timeOffset="9117">13298 11567 24575,'-19'0'0,"8"0"0,-11 0 0,2 0 0,0 0 0,-4 0 0,6 0 0,-1 0 0,0 0 0,1 0 0,-1 0 0,0 0 0,5 0 0,-4 0 0,8 0 0,-7 0 0,7 0 0,-8 0 0,4 0 0,0 0 0,-4 0 0,4 0 0,-5 0 0,-8 0 0,1 0 0,-18 0 0,16 0 0,-8 0 0,22 0 0,-4 0 0,4 0 0,0 0 0,1 0 0,0 0 0,3 0 0,-3 0 0,4 0 0,0 0 0,-3 0 0,2 0 0,-2 0 0,3 0 0,4 4 0,1 1 0,0 4 0,3-1 0,-2 1 0,-1-1 0,3 1 0,-3-1 0,4 5 0,-4-4 0,3 4 0,-3-5 0,4 5 0,0-3 0,0 11 0,0-10 0,0 10 0,0-7 0,0 13 0,0-6 0,0 11 0,0-12 0,0 9 0,0-4 0,0 5 0,0 0 0,-4 0 0,3 1 0,-4-6 0,5 3 0,0-8 0,0 4 0,0-5 0,0-5 0,0 3 0,0-3 0,0 0 0,0-2 0,0-3 0,0-1 0,0 1 0,4 0 0,1-5 0,3 4 0,5 1 0,-4 0 0,8 4 0,-3-8 0,5 3 0,4-3 0,-3 5 0,9 0 0,-4-5 0,0 4 0,4-8 0,-4 7 0,19-7 0,-16 4 0,15-5 0,-18 0 0,18 0 0,-9 0 0,18 0 0,-20 0 0,6 0 0,-8 0 0,-5 0 0,4 0 0,-9 0 0,9 0 0,-9 0 0,9-5 0,-9 4 0,4-8 0,-6 4 0,1 0 0,-1-3 0,1 2 0,-5 1 0,16-7 0,-18 6 0,13-3 0,-11 1 0,-1 3 0,1-4 0,6 0 0,-9 1 0,1-1 0,-4 4 0,-8-2 0,4 2 0,-4-4 0,0 0 0,0 1 0,0-1 0,0 0 0,0 1 0,0-1 0,0-4 0,0 4 0,0-4 0,0 1 0,0 2 0,0-3 0,-4 5 0,0-1 0,-5 0 0,4 1 0,-3-1 0,4-3 0,-1-3 0,-3-7 0,3 7 0,-4-6 0,4 11 0,-3-7 0,3 7 0,-3-11 0,3 11 0,-3-7 0,7 8 0,-3 0 0,1 1 0,2-1 0,-7 0 0,7 1 0,-7-1 0,7 0 0,-3 1 0,0-1 0,4 0 0,-4-4 0,0 3 0,3-3 0,-3 4 0,4 1 0,0-1 0,-4-4 0,3 3 0,-3-3 0,4 1 0,0 2 0,-4-7 0,3 8 0,-3-4 0,0 5 0,3-1 0,-7 4 0,7-3 0,-6 7 0,2-2 0,-4 3 0,4 3 0,1-2 0,4 3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none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EA0C0817-A112-4847-8014-A94B7D2A4EA3}" type="datetime1">
              <a:rPr lang="en-US" smtClean="0"/>
              <a:t>11/10/20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541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11/10/20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065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anchor="ctr">
            <a:normAutofit/>
          </a:bodyPr>
          <a:lstStyle>
            <a:lvl1pPr algn="ctr">
              <a:lnSpc>
                <a:spcPct val="83000"/>
              </a:lnSpc>
              <a:defRPr lang="en-US" sz="6800" kern="1200" cap="none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9C646AA-F36E-4540-911D-FFFC0A0EF24A}" type="datetime1">
              <a:rPr lang="en-US" smtClean="0"/>
              <a:t>11/10/20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55824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11/10/20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9274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11/10/20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381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11/10/20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490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11/10/20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805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E8D12A6-918A-48BD-8CB9-CA713993B0EA}" type="datetime1">
              <a:rPr lang="en-US" smtClean="0"/>
              <a:t>11/10/20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143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E778CE86-875F-4587-BCF6-FA054AFC0D53}" type="datetime1">
              <a:rPr lang="en-US" smtClean="0"/>
              <a:pPr/>
              <a:t>11/10/20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/>
          <a:lstStyle/>
          <a:p>
            <a:fld id="{34B7E4EF-A1BD-40F4-AB7B-04F084DD991D}" type="slidenum">
              <a:rPr lang="en-US" smtClean="0"/>
              <a:t>‹nº›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877684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F40B7-36AB-4376-BE14-EF7004D79BB9}" type="datetime1">
              <a:rPr lang="en-US" smtClean="0"/>
              <a:t>11/10/20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226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CAB8-DCAE-46A5-AADA-B3FAD11A54E0}" type="datetime1">
              <a:rPr lang="en-US" smtClean="0"/>
              <a:t>11/10/20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238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11/10/20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234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3800" i="1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2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5" Type="http://schemas.openxmlformats.org/officeDocument/2006/relationships/image" Target="../media/image5.png"/><Relationship Id="rId4" Type="http://schemas.openxmlformats.org/officeDocument/2006/relationships/customXml" Target="../ink/ink1.xml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mailto:fulana@provedor.com.br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11.tif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8">
            <a:extLst>
              <a:ext uri="{FF2B5EF4-FFF2-40B4-BE49-F238E27FC236}">
                <a16:creationId xmlns:a16="http://schemas.microsoft.com/office/drawing/2014/main" id="{6F40FBDA-CEB1-40F0-9AB9-BD9C402D70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3">
            <a:extLst>
              <a:ext uri="{FF2B5EF4-FFF2-40B4-BE49-F238E27FC236}">
                <a16:creationId xmlns:a16="http://schemas.microsoft.com/office/drawing/2014/main" id="{16118F9E-CFF5-4FE5-BA4B-1AE6DE7C98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5000"/>
          </a:blip>
          <a:srcRect t="2524" b="13207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344D4FE-ABEF-4230-9E4E-AD5782FC7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noFill/>
          <a:ln w="9525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>
            <a:softEdge rad="0"/>
          </a:effectLst>
        </p:spPr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A6A419D-643A-7142-B121-28445944F3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69532" y="2091263"/>
            <a:ext cx="8652938" cy="2461504"/>
          </a:xfrm>
        </p:spPr>
        <p:txBody>
          <a:bodyPr>
            <a:normAutofit/>
          </a:bodyPr>
          <a:lstStyle/>
          <a:p>
            <a:r>
              <a:rPr lang="pt-BR" dirty="0"/>
              <a:t>SMTP, POP3 E IMAP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9BFFC9B-75C6-E943-8795-CA3426F6FB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69532" y="4623127"/>
            <a:ext cx="8655200" cy="457201"/>
          </a:xfrm>
        </p:spPr>
        <p:txBody>
          <a:bodyPr>
            <a:normAutofit/>
          </a:bodyPr>
          <a:lstStyle/>
          <a:p>
            <a:r>
              <a:rPr lang="pt-BR" dirty="0">
                <a:solidFill>
                  <a:schemeClr val="tx1"/>
                </a:solidFill>
              </a:rPr>
              <a:t>Prof.ª💻 Renata S. S. Tolentino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325F979-D3F9-4926-81B7-7ACCB31A50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9525" cap="sq" cmpd="sng" algn="ctr">
            <a:solidFill>
              <a:schemeClr val="tx1">
                <a:lumMod val="75000"/>
                <a:lumOff val="25000"/>
                <a:alpha val="80000"/>
              </a:schemeClr>
            </a:solidFill>
            <a:prstDash val="solid"/>
            <a:miter lim="800000"/>
          </a:ln>
          <a:effectLst/>
        </p:spPr>
      </p:sp>
    </p:spTree>
    <p:extLst>
      <p:ext uri="{BB962C8B-B14F-4D97-AF65-F5344CB8AC3E}">
        <p14:creationId xmlns:p14="http://schemas.microsoft.com/office/powerpoint/2010/main" val="31690268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8">
            <a:extLst>
              <a:ext uri="{FF2B5EF4-FFF2-40B4-BE49-F238E27FC236}">
                <a16:creationId xmlns:a16="http://schemas.microsoft.com/office/drawing/2014/main" id="{904DB13E-F722-4ED6-BB00-556651E95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Rectangle 10">
            <a:extLst>
              <a:ext uri="{FF2B5EF4-FFF2-40B4-BE49-F238E27FC236}">
                <a16:creationId xmlns:a16="http://schemas.microsoft.com/office/drawing/2014/main" id="{1E8D93C5-28EB-42D0-86CE-D804955653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5" name="Rectangle 12">
            <a:extLst>
              <a:ext uri="{FF2B5EF4-FFF2-40B4-BE49-F238E27FC236}">
                <a16:creationId xmlns:a16="http://schemas.microsoft.com/office/drawing/2014/main" id="{AB1B1E7D-F76D-4744-AF85-239E6998A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27" name="Rectangle 14">
            <a:extLst>
              <a:ext uri="{FF2B5EF4-FFF2-40B4-BE49-F238E27FC236}">
                <a16:creationId xmlns:a16="http://schemas.microsoft.com/office/drawing/2014/main" id="{3BB65211-00DB-45B6-A223-033B2D19C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26428D7-C6F3-473D-A360-A3F5C3E872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4DF524F-3FEF-4236-90C6-820E876A94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400A003-1BE9-49C2-8E57-DCD9B870F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83BF0991-F9A1-4282-99DB-92D70239F6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EA4E4267-CAF0-4C38-8DC6-CD3B1A9F04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EE3ACC5-126D-4BA4-8B45-7F0B5B839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384"/>
            <a:ext cx="12192000" cy="6858000"/>
          </a:xfrm>
          <a:prstGeom prst="rect">
            <a:avLst/>
          </a:prstGeom>
          <a:blipFill dpi="0" rotWithShape="1">
            <a:blip r:embed="rId2">
              <a:alphaModFix amt="4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133350" ty="330200" sx="85000" sy="85000" flip="xy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B2868F7-FE10-4289-A5BD-90763C7A2F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866" y="0"/>
            <a:ext cx="12193866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21CA0BA5-7508-F04E-8F13-34EA601BCD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63663" y="645106"/>
            <a:ext cx="10251666" cy="3229275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BD94142C-10EE-487C-A327-404FDF358F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0501" y="4212709"/>
            <a:ext cx="10905302" cy="199706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F7FAC2D-7A74-4939-A917-A1A5AF935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3348" y="4379135"/>
            <a:ext cx="10579608" cy="1664208"/>
          </a:xfrm>
          <a:prstGeom prst="rect">
            <a:avLst/>
          </a:prstGeom>
          <a:noFill/>
          <a:ln w="6350" cap="sq" cmpd="sng" algn="ctr">
            <a:solidFill>
              <a:schemeClr val="bg1"/>
            </a:solidFill>
            <a:prstDash val="solid"/>
            <a:miter lim="800000"/>
          </a:ln>
          <a:effectLst/>
        </p:spPr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EDF93C1-F418-2E46-821E-FD6025D048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5032" y="4519486"/>
            <a:ext cx="10366743" cy="105490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83000"/>
              </a:lnSpc>
            </a:pPr>
            <a:r>
              <a:rPr lang="en-US" sz="4000" cap="all" spc="-100" dirty="0" err="1">
                <a:solidFill>
                  <a:schemeClr val="bg1"/>
                </a:solidFill>
              </a:rPr>
              <a:t>Funcionamento</a:t>
            </a:r>
            <a:r>
              <a:rPr lang="en-US" sz="4000" cap="all" spc="-100" dirty="0">
                <a:solidFill>
                  <a:schemeClr val="bg1"/>
                </a:solidFill>
              </a:rPr>
              <a:t> do e-mail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412E1D4B-257A-C146-BFB3-E966A03B3320}"/>
                  </a:ext>
                </a:extLst>
              </p14:cNvPr>
              <p14:cNvContentPartPr/>
              <p14:nvPr/>
            </p14:nvContentPartPr>
            <p14:xfrm>
              <a:off x="3848760" y="878760"/>
              <a:ext cx="1306080" cy="3081960"/>
            </p14:xfrm>
          </p:contentPart>
        </mc:Choice>
        <mc:Fallback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412E1D4B-257A-C146-BFB3-E966A03B332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832920" y="815400"/>
                <a:ext cx="1337400" cy="320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DC08A7E1-8DD6-1047-9DA6-4CA1FE9B3CCA}"/>
                  </a:ext>
                </a:extLst>
              </p14:cNvPr>
              <p14:cNvContentPartPr/>
              <p14:nvPr/>
            </p14:nvContentPartPr>
            <p14:xfrm>
              <a:off x="3699000" y="657360"/>
              <a:ext cx="1562040" cy="3173040"/>
            </p14:xfrm>
          </p:contentPart>
        </mc:Choice>
        <mc:Fallback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DC08A7E1-8DD6-1047-9DA6-4CA1FE9B3CC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683160" y="594000"/>
                <a:ext cx="1593360" cy="329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6" name="Tinta 5">
                <a:extLst>
                  <a:ext uri="{FF2B5EF4-FFF2-40B4-BE49-F238E27FC236}">
                    <a16:creationId xmlns:a16="http://schemas.microsoft.com/office/drawing/2014/main" id="{3088850A-FCBB-104B-83A8-0EA8FFA0F47B}"/>
                  </a:ext>
                </a:extLst>
              </p14:cNvPr>
              <p14:cNvContentPartPr/>
              <p14:nvPr/>
            </p14:nvContentPartPr>
            <p14:xfrm>
              <a:off x="6978960" y="904680"/>
              <a:ext cx="918360" cy="455040"/>
            </p14:xfrm>
          </p:contentPart>
        </mc:Choice>
        <mc:Fallback>
          <p:pic>
            <p:nvPicPr>
              <p:cNvPr id="6" name="Tinta 5">
                <a:extLst>
                  <a:ext uri="{FF2B5EF4-FFF2-40B4-BE49-F238E27FC236}">
                    <a16:creationId xmlns:a16="http://schemas.microsoft.com/office/drawing/2014/main" id="{3088850A-FCBB-104B-83A8-0EA8FFA0F47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963120" y="841320"/>
                <a:ext cx="949680" cy="581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510937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04DB13E-F722-4ED6-BB00-556651E95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B58A187-A4B1-42EB-A4C7-8635BA507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7F14E7F-3054-458C-ACF9-A8DA1757C6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3747C1C-97FC-4D70-A6C8-A01FBCF5A9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26428D7-C6F3-473D-A360-A3F5C3E872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5CDC370-AE44-4300-98BA-FE204E8817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7B15501-CB9A-4642-80EE-2876EF039E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6AFF9525-325F-47B3-A63C-93C12253AD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D071C0CD-5EFD-45A1-AAFD-61C3D4A651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A03302C-20A2-4C4F-9760-E85AE1041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337" y="643464"/>
            <a:ext cx="10912338" cy="5571072"/>
          </a:xfrm>
          <a:prstGeom prst="rect">
            <a:avLst/>
          </a:prstGeom>
          <a:solidFill>
            <a:srgbClr val="FFFFFF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D00F093B-0739-4429-B30D-D72924D088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9702" y="809244"/>
            <a:ext cx="10579608" cy="5239512"/>
          </a:xfrm>
          <a:prstGeom prst="rect">
            <a:avLst/>
          </a:prstGeom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9F65527-ABBD-C44E-8FE8-BAD2A442A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3632" y="1559768"/>
            <a:ext cx="9678368" cy="313537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83000"/>
              </a:lnSpc>
            </a:pPr>
            <a:r>
              <a:rPr lang="en-US" sz="4000" i="0" cap="all" spc="-100" dirty="0">
                <a:hlinkClick r:id="rId2"/>
              </a:rPr>
              <a:t>fulana@provedor.com.br</a:t>
            </a:r>
            <a:br>
              <a:rPr lang="en-US" sz="4000" i="0" cap="all" spc="-100" dirty="0"/>
            </a:br>
            <a:r>
              <a:rPr lang="en-US" sz="4000" i="0" cap="all" spc="-100" dirty="0" err="1"/>
              <a:t>você</a:t>
            </a:r>
            <a:r>
              <a:rPr lang="en-US" sz="4000" i="0" cap="all" spc="-100" dirty="0"/>
              <a:t> </a:t>
            </a:r>
            <a:r>
              <a:rPr lang="en-US" sz="4000" i="0" cap="all" spc="-100" dirty="0" err="1"/>
              <a:t>pode</a:t>
            </a:r>
            <a:r>
              <a:rPr lang="en-US" sz="4000" i="0" cap="all" spc="-100" dirty="0"/>
              <a:t> </a:t>
            </a:r>
            <a:r>
              <a:rPr lang="en-US" sz="4000" i="0" cap="all" spc="-100" dirty="0" err="1"/>
              <a:t>usar</a:t>
            </a:r>
            <a:r>
              <a:rPr lang="en-US" sz="4000" i="0" cap="all" spc="-100" dirty="0"/>
              <a:t> o webmail </a:t>
            </a:r>
            <a:r>
              <a:rPr lang="en-US" sz="4000" i="0" cap="all" spc="-100" dirty="0" err="1"/>
              <a:t>ou</a:t>
            </a:r>
            <a:r>
              <a:rPr lang="en-US" sz="4000" i="0" cap="all" spc="-100" dirty="0"/>
              <a:t> um </a:t>
            </a:r>
            <a:r>
              <a:rPr lang="en-US" sz="4000" i="0" cap="all" spc="-100" dirty="0" err="1"/>
              <a:t>programa</a:t>
            </a:r>
            <a:r>
              <a:rPr lang="en-US" sz="4000" i="0" cap="all" spc="-100" dirty="0"/>
              <a:t> de email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BB92999-6A40-480A-8965-2F20DFB032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5880" y="640856"/>
            <a:ext cx="1920240" cy="73152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5573B87-7D61-460C-9ADA-EF63674E3A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50180" y="640855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000000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AAF6B7C-985D-4351-9564-8DBDF5BB03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941820" y="640855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000000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88433F4-33AB-4CE1-9DE3-72A8403654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50180" y="1286150"/>
            <a:ext cx="1691640" cy="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000000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8475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94681D-2A4C-4A8D-B9B5-31D440D03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EC7E010-C712-408D-9787-0842AFC9F4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503FCEF-A9BA-4991-9220-E36615FB8B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02A6C2DA-A374-A546-8BB2-658A0F16F3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702734"/>
            <a:ext cx="10905066" cy="5452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4146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19">
            <a:extLst>
              <a:ext uri="{FF2B5EF4-FFF2-40B4-BE49-F238E27FC236}">
                <a16:creationId xmlns:a16="http://schemas.microsoft.com/office/drawing/2014/main" id="{904DB13E-F722-4ED6-BB00-556651E95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8" name="Rectangle 21">
            <a:extLst>
              <a:ext uri="{FF2B5EF4-FFF2-40B4-BE49-F238E27FC236}">
                <a16:creationId xmlns:a16="http://schemas.microsoft.com/office/drawing/2014/main" id="{1E8D93C5-28EB-42D0-86CE-D804955653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50" name="Rectangle 23">
            <a:extLst>
              <a:ext uri="{FF2B5EF4-FFF2-40B4-BE49-F238E27FC236}">
                <a16:creationId xmlns:a16="http://schemas.microsoft.com/office/drawing/2014/main" id="{AB1B1E7D-F76D-4744-AF85-239E6998A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52" name="Rectangle 25">
            <a:extLst>
              <a:ext uri="{FF2B5EF4-FFF2-40B4-BE49-F238E27FC236}">
                <a16:creationId xmlns:a16="http://schemas.microsoft.com/office/drawing/2014/main" id="{3BB65211-00DB-45B6-A223-033B2D19C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53" name="Group 27">
            <a:extLst>
              <a:ext uri="{FF2B5EF4-FFF2-40B4-BE49-F238E27FC236}">
                <a16:creationId xmlns:a16="http://schemas.microsoft.com/office/drawing/2014/main" id="{E26428D7-C6F3-473D-A360-A3F5C3E872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14DF524F-3FEF-4236-90C6-820E876A94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2400A003-1BE9-49C2-8E57-DCD9B870F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3BF0991-F9A1-4282-99DB-92D70239F6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" name="Rectangle 32">
            <a:extLst>
              <a:ext uri="{FF2B5EF4-FFF2-40B4-BE49-F238E27FC236}">
                <a16:creationId xmlns:a16="http://schemas.microsoft.com/office/drawing/2014/main" id="{9891C27D-8C9D-415C-A639-23D76B7B1C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34">
            <a:extLst>
              <a:ext uri="{FF2B5EF4-FFF2-40B4-BE49-F238E27FC236}">
                <a16:creationId xmlns:a16="http://schemas.microsoft.com/office/drawing/2014/main" id="{E8F4C0D6-B7E0-42D0-A57F-6781017A21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" name="Rectangle 36">
            <a:extLst>
              <a:ext uri="{FF2B5EF4-FFF2-40B4-BE49-F238E27FC236}">
                <a16:creationId xmlns:a16="http://schemas.microsoft.com/office/drawing/2014/main" id="{5B4D6D08-A7F1-4445-BA2E-E449562C04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867" y="0"/>
            <a:ext cx="8168743" cy="6858000"/>
          </a:xfrm>
          <a:prstGeom prst="rect">
            <a:avLst/>
          </a:prstGeom>
          <a:solidFill>
            <a:schemeClr val="tx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38">
            <a:extLst>
              <a:ext uri="{FF2B5EF4-FFF2-40B4-BE49-F238E27FC236}">
                <a16:creationId xmlns:a16="http://schemas.microsoft.com/office/drawing/2014/main" id="{3A7C1A41-D915-4D26-8D5E-C01B27160A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337" y="643464"/>
            <a:ext cx="6909241" cy="5571072"/>
          </a:xfrm>
          <a:prstGeom prst="rect">
            <a:avLst/>
          </a:prstGeom>
          <a:solidFill>
            <a:srgbClr val="FFFFFF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58" name="Rectangle 40">
            <a:extLst>
              <a:ext uri="{FF2B5EF4-FFF2-40B4-BE49-F238E27FC236}">
                <a16:creationId xmlns:a16="http://schemas.microsoft.com/office/drawing/2014/main" id="{A50B663E-F671-4504-99A8-4559554692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1227" y="805446"/>
            <a:ext cx="6570161" cy="5244497"/>
          </a:xfrm>
          <a:prstGeom prst="rect">
            <a:avLst/>
          </a:prstGeom>
          <a:noFill/>
          <a:ln w="6350" cap="sq" cmpd="sng" algn="ctr">
            <a:solidFill>
              <a:srgbClr val="404040"/>
            </a:solidFill>
            <a:prstDash val="solid"/>
            <a:miter lim="800000"/>
          </a:ln>
          <a:effectLst/>
        </p:spPr>
      </p:sp>
      <p:sp>
        <p:nvSpPr>
          <p:cNvPr id="59" name="Rectangle 42">
            <a:extLst>
              <a:ext uri="{FF2B5EF4-FFF2-40B4-BE49-F238E27FC236}">
                <a16:creationId xmlns:a16="http://schemas.microsoft.com/office/drawing/2014/main" id="{2EF89585-ECD6-4B38-96B1-AD41A1BD4B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37837" y="640856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1B6FCD50-3FE8-4AB2-B746-2CC0EA9D40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252137" y="640855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B3E90108-E441-4AF0-A059-613D076C7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43777" y="640855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0B422045-789A-442D-9E39-6FC4EC452C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252137" y="1286150"/>
            <a:ext cx="1691640" cy="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8695A54A-56BC-1141-AC6A-BC5B33F970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5859" y="2062384"/>
            <a:ext cx="5600897" cy="3136502"/>
          </a:xfrm>
          <a:prstGeom prst="rect">
            <a:avLst/>
          </a:prstGeom>
        </p:spPr>
      </p:pic>
      <p:sp>
        <p:nvSpPr>
          <p:cNvPr id="51" name="Rectangle 50">
            <a:extLst>
              <a:ext uri="{FF2B5EF4-FFF2-40B4-BE49-F238E27FC236}">
                <a16:creationId xmlns:a16="http://schemas.microsoft.com/office/drawing/2014/main" id="{3F4C63FE-9526-4F8E-BCFD-954D2EF947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31468" y="164592"/>
            <a:ext cx="3708894" cy="6540176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4933C4F-4133-D946-ADC9-B95A65754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0024" y="1182454"/>
            <a:ext cx="3238829" cy="34807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83000"/>
              </a:lnSpc>
            </a:pPr>
            <a:r>
              <a:rPr lang="en-US" sz="2600" cap="all" spc="-100"/>
              <a:t>Após a mensagem ser recebida pela servidor de email, e fará uma consulta ao servidor DNS para descobrir o o IP de destino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03A87709-960A-1945-B943-40F8B0403060}"/>
                  </a:ext>
                </a:extLst>
              </p14:cNvPr>
              <p14:cNvContentPartPr/>
              <p14:nvPr/>
            </p14:nvContentPartPr>
            <p14:xfrm>
              <a:off x="2054520" y="2203920"/>
              <a:ext cx="4070520" cy="2822040"/>
            </p14:xfrm>
          </p:contentPart>
        </mc:Choice>
        <mc:Fallback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03A87709-960A-1945-B943-40F8B040306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45160" y="2194560"/>
                <a:ext cx="4089240" cy="2840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675499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8">
            <a:extLst>
              <a:ext uri="{FF2B5EF4-FFF2-40B4-BE49-F238E27FC236}">
                <a16:creationId xmlns:a16="http://schemas.microsoft.com/office/drawing/2014/main" id="{904DB13E-F722-4ED6-BB00-556651E95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Rectangle 10">
            <a:extLst>
              <a:ext uri="{FF2B5EF4-FFF2-40B4-BE49-F238E27FC236}">
                <a16:creationId xmlns:a16="http://schemas.microsoft.com/office/drawing/2014/main" id="{1E8D93C5-28EB-42D0-86CE-D804955653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5" name="Rectangle 12">
            <a:extLst>
              <a:ext uri="{FF2B5EF4-FFF2-40B4-BE49-F238E27FC236}">
                <a16:creationId xmlns:a16="http://schemas.microsoft.com/office/drawing/2014/main" id="{AB1B1E7D-F76D-4744-AF85-239E6998A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27" name="Rectangle 14">
            <a:extLst>
              <a:ext uri="{FF2B5EF4-FFF2-40B4-BE49-F238E27FC236}">
                <a16:creationId xmlns:a16="http://schemas.microsoft.com/office/drawing/2014/main" id="{3BB65211-00DB-45B6-A223-033B2D19C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29" name="Group 16">
            <a:extLst>
              <a:ext uri="{FF2B5EF4-FFF2-40B4-BE49-F238E27FC236}">
                <a16:creationId xmlns:a16="http://schemas.microsoft.com/office/drawing/2014/main" id="{E26428D7-C6F3-473D-A360-A3F5C3E872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4DF524F-3FEF-4236-90C6-820E876A94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400A003-1BE9-49C2-8E57-DCD9B870F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83BF0991-F9A1-4282-99DB-92D70239F6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9891C27D-8C9D-415C-A639-23D76B7B1C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8F4C0D6-B7E0-42D0-A57F-6781017A21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B4D6D08-A7F1-4445-BA2E-E449562C04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867" y="0"/>
            <a:ext cx="8168743" cy="6858000"/>
          </a:xfrm>
          <a:prstGeom prst="rect">
            <a:avLst/>
          </a:prstGeom>
          <a:solidFill>
            <a:schemeClr val="tx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A7C1A41-D915-4D26-8D5E-C01B27160A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337" y="643464"/>
            <a:ext cx="6909241" cy="5571072"/>
          </a:xfrm>
          <a:prstGeom prst="rect">
            <a:avLst/>
          </a:prstGeom>
          <a:solidFill>
            <a:srgbClr val="FFFFFF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50B663E-F671-4504-99A8-4559554692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1227" y="805446"/>
            <a:ext cx="6570161" cy="5244497"/>
          </a:xfrm>
          <a:prstGeom prst="rect">
            <a:avLst/>
          </a:prstGeom>
          <a:noFill/>
          <a:ln w="6350" cap="sq" cmpd="sng" algn="ctr">
            <a:solidFill>
              <a:srgbClr val="404040"/>
            </a:solidFill>
            <a:prstDash val="solid"/>
            <a:miter lim="800000"/>
          </a:ln>
          <a:effectLst/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EF89585-ECD6-4B38-96B1-AD41A1BD4B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37837" y="640856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B6FCD50-3FE8-4AB2-B746-2CC0EA9D40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252137" y="640855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B3E90108-E441-4AF0-A059-613D076C7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43777" y="640855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0B422045-789A-442D-9E39-6FC4EC452C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252137" y="1286150"/>
            <a:ext cx="1691640" cy="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2BFD4DCA-7D33-464F-B8C6-D9C1E4A0E9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52316" y="1685122"/>
            <a:ext cx="4687983" cy="3891026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3F4C63FE-9526-4F8E-BCFD-954D2EF947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31468" y="164592"/>
            <a:ext cx="3708894" cy="6540176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4E65E94-DBE7-024C-923B-E96559E9B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0025" y="1182453"/>
            <a:ext cx="3125266" cy="5303013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lnSpc>
                <a:spcPct val="83000"/>
              </a:lnSpc>
            </a:pPr>
            <a:r>
              <a:rPr lang="en-US" sz="3000" cap="all" spc="-100" dirty="0"/>
              <a:t>Smtp </a:t>
            </a:r>
            <a:r>
              <a:rPr lang="en-US" sz="3000" cap="all" spc="-100" dirty="0" err="1"/>
              <a:t>usa</a:t>
            </a:r>
            <a:r>
              <a:rPr lang="en-US" sz="3000" cap="all" spc="-100" dirty="0"/>
              <a:t> porta 25 para </a:t>
            </a:r>
            <a:r>
              <a:rPr lang="en-US" sz="3000" cap="all" spc="-100" dirty="0" err="1"/>
              <a:t>conversar</a:t>
            </a:r>
            <a:r>
              <a:rPr lang="en-US" sz="3000" cap="all" spc="-100" dirty="0"/>
              <a:t> com o </a:t>
            </a:r>
            <a:r>
              <a:rPr lang="en-US" sz="3000" cap="all" spc="-100" dirty="0" err="1"/>
              <a:t>tcp</a:t>
            </a:r>
            <a:r>
              <a:rPr lang="en-US" sz="3000" cap="all" spc="-100" dirty="0"/>
              <a:t>. Pop3 conversa com </a:t>
            </a:r>
            <a:r>
              <a:rPr lang="en-US" sz="3000" cap="all" spc="-100" dirty="0" err="1"/>
              <a:t>tcp</a:t>
            </a:r>
            <a:r>
              <a:rPr lang="en-US" sz="3000" cap="all" spc="-100" dirty="0"/>
              <a:t> pela porta 110 e imap4 conversa pela porta 143.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3314F628-15E3-0D4B-ADCA-937A3D907FD7}"/>
                  </a:ext>
                </a:extLst>
              </p14:cNvPr>
              <p14:cNvContentPartPr/>
              <p14:nvPr/>
            </p14:nvContentPartPr>
            <p14:xfrm>
              <a:off x="3139560" y="1503360"/>
              <a:ext cx="3130920" cy="2956320"/>
            </p14:xfrm>
          </p:contentPart>
        </mc:Choice>
        <mc:Fallback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3314F628-15E3-0D4B-ADCA-937A3D907FD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130200" y="1494000"/>
                <a:ext cx="3149640" cy="2975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596128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7988CF-E2EA-CF45-9C21-1AB567C3B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 de fixação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B005403-492B-9A41-8B15-0EE3B3E50D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800" dirty="0"/>
              <a:t>Descrever como é possível fazer uma cópia do e-mail ou uma configuração do e-mail. Exemplo: e-mail </a:t>
            </a:r>
            <a:r>
              <a:rPr lang="pt-BR" sz="2800"/>
              <a:t>acadêmico será </a:t>
            </a:r>
            <a:r>
              <a:rPr lang="pt-BR" sz="2800" dirty="0"/>
              <a:t>enviado para e-mail pessoal.</a:t>
            </a:r>
          </a:p>
        </p:txBody>
      </p:sp>
    </p:spTree>
    <p:extLst>
      <p:ext uri="{BB962C8B-B14F-4D97-AF65-F5344CB8AC3E}">
        <p14:creationId xmlns:p14="http://schemas.microsoft.com/office/powerpoint/2010/main" val="209634809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AnalogousFromRegularSeed_2SEEDS">
      <a:dk1>
        <a:srgbClr val="000000"/>
      </a:dk1>
      <a:lt1>
        <a:srgbClr val="FFFFFF"/>
      </a:lt1>
      <a:dk2>
        <a:srgbClr val="243241"/>
      </a:dk2>
      <a:lt2>
        <a:srgbClr val="E2E3E8"/>
      </a:lt2>
      <a:accent1>
        <a:srgbClr val="B89734"/>
      </a:accent1>
      <a:accent2>
        <a:srgbClr val="CA7346"/>
      </a:accent2>
      <a:accent3>
        <a:srgbClr val="97AA3B"/>
      </a:accent3>
      <a:accent4>
        <a:srgbClr val="3495B8"/>
      </a:accent4>
      <a:accent5>
        <a:srgbClr val="4670CA"/>
      </a:accent5>
      <a:accent6>
        <a:srgbClr val="594EC1"/>
      </a:accent6>
      <a:hlink>
        <a:srgbClr val="5D77C9"/>
      </a:hlink>
      <a:folHlink>
        <a:srgbClr val="7F7F7F"/>
      </a:folHlink>
    </a:clrScheme>
    <a:fontScheme name="Savon">
      <a:majorFont>
        <a:latin typeface="Georgia Pro Cond Black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eorgia Pro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VTI" id="{A72E8C35-66DD-49F8-AF66-813F19B983AE}" vid="{93CCBC76-B7A1-4C3D-93EA-5CE34C4670F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112</Words>
  <Application>Microsoft Macintosh PowerPoint</Application>
  <PresentationFormat>Widescreen</PresentationFormat>
  <Paragraphs>8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1" baseType="lpstr">
      <vt:lpstr>Garamond</vt:lpstr>
      <vt:lpstr>Georgia Pro</vt:lpstr>
      <vt:lpstr>Georgia Pro Cond Black</vt:lpstr>
      <vt:lpstr>SavonVTI</vt:lpstr>
      <vt:lpstr>SMTP, POP3 E IMAP</vt:lpstr>
      <vt:lpstr>Funcionamento do e-mail</vt:lpstr>
      <vt:lpstr>fulana@provedor.com.br você pode usar o webmail ou um programa de email</vt:lpstr>
      <vt:lpstr>Apresentação do PowerPoint</vt:lpstr>
      <vt:lpstr>Após a mensagem ser recebida pela servidor de email, e fará uma consulta ao servidor DNS para descobrir o o IP de destino</vt:lpstr>
      <vt:lpstr>Smtp usa porta 25 para conversar com o tcp. Pop3 conversa com tcp pela porta 110 e imap4 conversa pela porta 143.</vt:lpstr>
      <vt:lpstr>Exercício de fixação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SMTP, POP3 E IMAP</dc:title>
  <dc:creator>Renata Tolentino</dc:creator>
  <cp:lastModifiedBy>Renata Tolentino</cp:lastModifiedBy>
  <cp:revision>4</cp:revision>
  <dcterms:created xsi:type="dcterms:W3CDTF">2020-06-04T11:44:35Z</dcterms:created>
  <dcterms:modified xsi:type="dcterms:W3CDTF">2020-11-10T12:14:43Z</dcterms:modified>
</cp:coreProperties>
</file>