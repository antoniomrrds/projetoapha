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12192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33"/>
  </p:normalViewPr>
  <p:slideViewPr>
    <p:cSldViewPr>
      <p:cViewPr varScale="1">
        <p:scale>
          <a:sx n="90" d="100"/>
          <a:sy n="90" d="100"/>
        </p:scale>
        <p:origin x="896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12:44:53.5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10909 1042 24575,'-18'0'0,"2"0"0,-25 0 0,13 0 0,-27 0 0,9 0 0,-11 0 0,-8 6-572,5 5 572,-12 8 0,35-7 0,0 1-476,0 1 1,-2 2 475,-9 0 0,-1 2-736,5 4 0,0 1 736,-10-2 0,-1 1 0,3 4 0,0 1 0,-3-2 0,0-1-876,0 3 0,0 1 876,0-1 0,0 1 0,-2 3 0,1 1 0,4-4 0,0 1 0,-5 6 0,0 0 0,7-3 0,1-1 0,-3 4 0,-1 1 0,5-2 0,0 1 0,4-2 0,0 1-409,-4 0 1,2 0 408,4-1 0,3-1 53,5-2 1,1-1-54,-1-2 0,3 1 0,-14 26 0,-8-5 948,12-2-948,1-3 0,0 3 0,4 1 0,-5-1 0,7 2 0,0-2 0,-7 12 0,15-7 0,0-15 0,-1 0 0,-2 26 236,3-18 0,0 1-236,6-4 0,2 0 0,1 3 0,0 1 0,-2-1 0,1 1 0,4-1 0,0 1 0,-2 4 0,0-1 0,5-10 0,2 1 0,-1 12 0,0 0 0,4-13 0,0 0 0,-1 15 0,0 0 249,0-11 1,1-1-250,2 6 0,1 2 0,-4 6 0,1-2 0,5-15 0,1-1 0,-4 18 0,1 1 0,3-8 0,0-1 0,0 0 0,0 2-252,0 9 1,0 0 251,0-8 0,0-2 0,0-7 0,0 1 0,0 17 0,0 5 0,2-15 0,0 2 0,1-1 0,0 15 0,2 2 0,3-1 0,4 6 0,0-10 0,-2-15 0,2 0 0,5 10 0,3 5 0,-1-6 0,-2-13 0,0-2 0,7 17 0,1 4 0,3-1 0,0-3 0,-8-17 0,1 2 0,4 9 0,3 6 0,-2-7 0,-4-9 0,-1-2 0,2 5 0,2 4 0,-2-3 0,1 3 0,0-3 0,3 3 0,1-1 0,-1-2 0,-1-4-280,10 7 280,-8-10 0,0 1 0,10 10 0,-10-16 0,1 0 0,-1-3 0,0-3 0,20 20 0,-18-21 0,1-1 0,24 21 0,-2-11 0,-16-12 0,1-1 0,17 7 0,-20-12 0,-1 0 0,22 14 0,-5-9 0,-10-6 0,-1 0 0,11 1 0,-5-3 0,1-1 0,9 3 0,12 1 0,-28-6 0,-2-2 0,11 1 0,-2 4 0,0-1 0,-2-1 513,-3-1 1,1-1-514,4-1 0,17 1 0,1 0 0,-27-6 0,-1 0 0,19 5 0,13 1 0,-23-6 0,18-1 0,11 1 0,-19-5 0,13 5 0,-23-6 0,11 0 0,8 0 0,-18 0 0,-8 0 0,-1 0 0,11 0 0,24-5 0,-9-13 0,3-8-166,-27 8 1,1-1 165,0 0 0,2-1 0,6-2 0,1-2 0,2-3 0,0-2-472,4-2 1,1-2 471,6-4 0,0 0 0,-4-3 0,3-2-731,-5 4 1,5-4-1,-6 2 731,-1-3 0,-2-2 0,1 2 0,3-2 0,-5 3 0,-3-3 0,-2 1-600,-9 8 1,1-3 0,-1 1 599,0 3 0,-1 0 0,-1-1 0,-2-3 0,-1-2 0,0 1 0,15-16 0,-1-1-299,-5 2 0,-2 0 299,0-4 0,0 1 0,-4 5 0,-1-1 0,-3-2 0,1-1 0,3-1 0,-2 0 0,-7-1 0,-2-1 0,6-2 0,1-1 0,-5-6 0,-2-2 0,1 5 0,0-1 0,1-2 0,-3-2 0,-4 1 0,-2 0 0,3 3 0,0 1 0,-5-4 0,-1 0 0,0-1 0,-1 1 0,0 4 0,0-1 0,-3-2 0,1-2 0,2 1 0,1 0 0,-3-1 0,-1-1-175,-3 19 1,0-1 0,-2-1 174,0-3 0,-1-1 0,0-1-62,1-2 0,0-1 1,-1-1 61,-2-3 0,0 0 0,0 0 0,0 0 0,0 0 0,-2 0 0,0 0 0,-1 0 0,-1 1 0,1 2 0,0 1 0,0 0 0,0 4 0,0 0 0,0 1 113,1 6 0,-1 1 1,-1 1-114,-4-16 0,-2 1 0,1 0 0,-4 2 0,-9 6 0,-2 1 0,3-3 0,-1-1 0,-8 1 0,-1-1 0,7 9 0,-1-3 0,1 2 0,-5-8 0,-1-1 0,3 6 0,-3-1 0,1 2 0,-3-5 0,-1 2 0,5 12 0,-1-1 0,1-1 0,-1 1 0,1 0 0,-1 1 0,-10-15 0,-1 1 0,1 0 0,0 4 280,10 20 0,0 2-280,-11-14 0,1 2 1527,-3 5-1527,-3 0 0,-1 1 0,5 8 1241,5 7 0,-1 0-1241,-19-12 2046,10 6-2046,4 4 0,-1 1 0,-10 0 0,-10-4 0,-15-5 0,9 5 0,24 13 0,0 0 71,-21-9 1,-9-5 0,16 8-72,15 10 955,-14-5-955,17 7 534,-5 4-534,5 1 0,-4 5 0,11 0 1205,-11 0-1205,10 0 0,-4 0 0,6 0 0,-1 4 0,1 6 0,5 5 0,-4 5 0,4 0 0,-20 14 0,16-11 0,-15 17 0,23-15 0,-9 2 0,9 2 0,-4-3 0,0-1 0,4 4 0,-8-8 0,8 8 0,-3-8 0,4 3 0,1 0 0,0-5 0,0 5 0,0-5 0,0-1 0,5 6 0,-4-4 0,7 4 0,-11 3 0,7 2 0,-4 3 0,6-4 0,8-10 0,0-5 0,2-4 0,2-1 0,-3 5 0,4 0 0,0 4 0,0-3 0,0-2 0,0-4 0,0 1 0,0 0 0,0-1 0,0 1 0,0-1 0,0 1 0,0 0 0,0-1 0,0 1 0,0-1 0,0 1 0,0-1 0,0 1 0,0 0 0,0 4 0,-4-4 0,-1 4 0,-4-4 0,5 0 0,-4-1 0,3 1 0,0-1 0,-2 1 0,2-4 0,-4-2 0,4-6 0,1-2 0,4-4 0,0 0 0,0-4 0,0-1 0,0 4 0,0 1 0</inkml:trace>
  <inkml:trace contextRef="#ctx0" brushRef="#br0" timeOffset="13737">18342 3641 24575,'0'-19'0,"-5"-7"0,-11-18 0,-16-16-2097,0-7 2097,5 28 0,-1 0 0,7 1 0,1 0 0,-9-5 0,-2 0 0,5 2 0,0 1 0,-3-3 0,-1 0 0,3 4 0,0 0 0,-4 0 0,-1 0 0,2 2 0,0 2 0,5 6 0,0 1 0,-10-8 0,0 3 0,-2 0 0,-3-1 0,-2-1 0,-10-4-78,14 14 1,1-1 77,-11-14 0,-2 5 0,-5-6 0,1 4 0,19 16 0,3 0 0,-9-7 460,-21-13-460,31 18 0,-32-12 0,8 0 0,7 14 0,-9-13 0,25 19 0,-4-2 1037,6 3-1037,-1 4 669,6 4-669,-4-3 86,9 8-86,-4-4 0,1 5 0,3 0 0,-15 0 0,8 0 0,-15 0 0,5 0 0,-6 0 0,-1 0 0,-5 5 0,4 1 0,-5 5 0,-7 1 0,10 4 0,-9-4 0,12 4 0,-5-5 0,4 4 0,-5 3 0,7 3 0,-14 8 0,21-12 0,-19 16 0,28-16 0,-18 16 0,12-6 0,-4 1 0,10 2 0,-3-3 0,8 3 0,-3 1 0,-2 12 0,10-10 0,-5 15 0,1-4 0,2 7 0,-9 7 0,0 0-520,3-1 520,-9 8 0,3 1 0,1-5-637,8-19 0,1 2 637,4-8 0,0 0 0,-5 9 0,-1 2 0,4-2 0,-1-1 0,2-7 0,-1 1 0,-4 8 0,0 0 0,3-4 0,0-1 0,-2 2 0,-1 0 0,3 1 0,1 1 0,0 1 0,-1 0 0,3 0 0,1 1 0,-4 5 0,0 4 0,6-8 0,1 3 0,-1 0 0,0 3 0,0 1 0,0-1 0,0 0 0,-1 0 0,3-2-911,1 12 0,1-2 911,0-4 0,2-2 0,4-10 0,0 0-447,0 6 0,0 1 447,-3-4 0,2-2 0,4-10 0,0 2 0,-5 20 0,0 0 0,5-17 0,0-1 0,-2 16 0,-1 1 0,1-5 0,-1-3 0,4-9 0,-1 1 0,-3 20 0,1-1 0,3-21 0,0-1 0,0 9 0,0 3 0,0 9 0,0-2 0,0-19 0,0-1 0,0 19 0,0-1 0,0 14 0,0-26 0,0 3 0,0-2 0,0 1 0,0 4 0,0-1 0,0-10 0,0 0 0,0 14 0,0-1 0,0 11 0,0-7 0,0 1 0,0 16 0,2-28 0,1 2 0,0 3 0,2-3 0,6 12 0,-4 5 0,1 3 0,1-24 0,0-1 0,-1 6 0,-1 3 0,3 11 0,0-3 0,-1-21 0,0 1 0,-1 20 0,-1 0 0,3-20 0,-1-2 0,-3 3 0,0 0 0,6 26 0,-6-25 0,0 0 0,3-4 0,0 1 0,-2 11 0,1 0 0,3-10 0,1-1 0,-5 0 0,0 1 0,5 8 0,1 1 0,-6-11 0,-1 0 0,5 21 0,-1 1 0,-4-8 0,1 0 0,3 3 0,0 2 0,-2-1 0,-1 0 0,3 0 0,0 0 0,-4-12 0,1 0-478,3 19 1,1-1 477,-1-15 0,0 0 0,1 6 0,0 1 0,3 10 0,-1-3 0,1 8 0,2 2 0,3 2-323,-8-21 0,1-1 323,5 14 0,1 3 0,-3-3 0,-1 0 0,1 1 0,-1 1 0,-2 0 0,-1 1 0,3 3 0,0 0 0,-3-4 0,0-2 0,3-3 0,1 0 0,-1-2 0,0 1 0,0-4 0,-1-2 137,-3-11 0,1 0-137,5 19 0,1-1 0,-6-19 0,0-1 0,5 7 0,1 1 0,-1 3 0,1-1 0,-1-10 0,1 1 0,3 16 0,2 3 0,2-1 0,1-1-515,0 2 1,0 0 514,4 3 0,0 2 0,0 0 0,0-2 0,-5-11 0,0 0 0,-2-5 0,1 3 0,-1-3 0,4 9 0,0-3 0,1 7 0,-1 0 0,2 7 0,0-4 0,-8-25 0,0 0 83,8 20 0,1 1-83,-6-16 0,1-3 0,1 3 0,2 0 0,-3-2 0,4 0 0,19 14 0,3-2-10,-16-20 0,3-1 10,3 4 0,5 3 0,-3-6 0,2-8 0,0-2 0,17 13 0,3-1 0,-4-10 0,1-2 0,5-1 0,-1-3 0,-13-5 0,1-2 0,19 2 0,0-2 0,-17-4 0,0-2 0,-6-1 0,2-1 0,0 0 0,13-1 0,2-2-305,-5-1 0,3-2 0,-3 1 305,2 0 0,0 0 0,3-1 0,4-1 0,-4-2 0,-1-6 0,-3-2 0,-9 2 0,3 0 0,-2-3 0,-2-3 0,-2-2 0,0 0 0,22-5 0,-1-1 0,-24 6 0,0-2 0,-1 1 129,12-6 0,-1-1-129,-1-1 0,0-2 0,-3-2 0,-1-1 0,-4 2 0,2-3 0,-7-1 0,2-3 0,-4 1 0,1-1 0,-3 0 0,7-13 0,-4 0 89,-16 16 0,-3 0-89,-1-4 0,1-2 0,9-12 0,-1-2 0,-6 9 0,0-1 0,3-9 0,-1 1 0,-8 12 0,0 0 0,1-7 0,0-1 0,-3 1 0,0-4 0,3-13 0,3-9 0,-3 5 0,-3 4 0,1-3-593,-4 13 0,3-8 0,1-4 0,-1 1 0,-3 4 593,-3 1 0,-2 2 0,0 1 0,1-3 0,1 2 0,1-2 0,0-1 0,-1 0 0,-1 3-211,-1-2 0,-3 2 1,1 1-1,0 0 211,1 1 0,1 0 0,0 0 0,-2 3 0,0-7 0,-2 1 0,1 0 0,2-6 0,1-2 0,-1 1-123,-2-2 0,-1-1 1,0 2 122,1 9 0,0 1 0,-2 0 0,0-3 0,-1-1 0,0 1 0,-1 3 0,1 1 0,-1-1 0,-2-2 0,0-2 0,0 1 0,0-2 0,0 1 0,0 0 0,0 0 0,0 0 0,0-1 0,0 2 0,1 0 0,-2 0 0,-3-1 0,-1 1 0,-1 0 0,1 2 0,-1 1 0,-1-1 0,-3-2 0,-1 0 0,-1 0 0,1 3 0,1 1 0,-1-1 0,0-3 0,0-1 0,0 1 0,1 3 0,-1 0 0,0-1 0,0-6 0,0-1 0,0 2 0,0 5 0,0 1 0,1-1 0,-1-3 0,-1 0 0,2 3 0,-2-10 0,0 2 0,-2-6 0,0 1 0,6 17 0,0-1 0,-1 8 0,-1-3 0,1 3-13,-2-12 1,0 4 12,0 2 0,0 2 0,-2 0 0,0 3 0,3 13 0,1 0 0,-2-17 0,0-1 0,-2 8 0,1 3 0,6 6 0,-1-1 0,-9-14 0,-1 1 0,2-13 0,-4 4 0,-2-1 0,11 22 0,-1-1 0,-9-16 0,-1-3 1364,4 5 0,-1 0-1364,-2-1 0,-2-1 0,-2-2 0,0-1 0,3 5 0,-1 0 0,-5 0 0,0 0 0,3 2 0,-1 2 1051,-1 3 0,-1 2-1051,-1 1 0,2 3 0,-12-20 0,5 19 0,1 1 1582,4-2-1582,-7 1 0,0 3 0,5 9 0,4-1 0,-2 0 0,-20-13 0,-1-10 0,24 25 0,0 0 0,-20-17 0,3-12 0,1 11 0,12 11 0,1-1 0,-4-6 0,4 0 0,-1-1 0,-9-14 0,15 21 0,0-2 0,-3 1 0,2 3 0,-6-12 375,9 16 0,1 0-375,-8-14 0,-7-11 0,6 5 0,-4 1 0,5 13 1731,0 0-1731,2 7 1379,7 6-1379,3 1 777,-1 5-777,6 0 351,-2 5-351,4 5 0,4 1 0,-3 7 0,7-7 0,1 7 0,1-2 0,3 3 0</inkml:trace>
  <inkml:trace contextRef="#ctx0" brushRef="#br0" timeOffset="17464">27292 906 24575,'-15'-19'0,"-8"2"0,-11-20 0,-11-6 0,5 3 0,-5-5 0,10 11 0,-2-1 0,-1 1-1181,-3-1 1,-1 0-1,0 1 1181,-4-4 0,-1 1 0,2 3 0,-7 0 0,-1 3 0,9 2 0,-3-2 0,1 2 0,-1 4 0,1 2 0,1 1 0,-9-9 0,0 1-144,6 7 0,-3 0 0,7 4 144,-12-2 0,8 2 0</inkml:trace>
  <inkml:trace contextRef="#ctx0" brushRef="#br0" timeOffset="17464">24674 0 18830,'-6'3'-83,"-37"20"83,-7 0 0,0 2 0,1 5 0,0 1 179,-6 1 1,-1 0-180,3 3 0,-1 1 0,6-7 0,-3-1 0,4 0 0,-2 1 0,0 1 0,3-4 0,-3 2 0,4-2 0,0 2 0,0 0 0,-12 7 0,-2 2 0,5-1 0,1-1 0,-4 1 0,0 0 0,2 4 0,0-1 0,1-3 0,0 1 0,-6 7 0,1 1 0,8-6 0,1 1 0,-2 4 0,2-1 0,3-4 0,5-1-142,11-6 1,1 0 141,-4 0 0,0-1 318,8-2 1,1-1-319,-1 0 0,0 0 0,1 2 0,2 0 0,0 5 0,2 0 0,-16 27 108,14-18 0,0 1-108,7-7 0,1 1 0,-5 13 0,0 4 0,5 0 0,1 1-321,-4 12 0,0 2 321,5-21 0,0 1 0,1 1 0,1 3 0,0 0 0,0 0 0,-2 0 0,0 0 0,1 0 0,3 3 0,1 1 0,0-3 0,-7 17 0,2 0 0,6-19 0,2 0 0,0-2 0,-3 2 0,1-1 0,2-2 0,0 2 0,1-3 0,3 1 0,0-1 0,-2 19 0,-1 2-106,4-11 0,0-1 106,0 1 0,0 1 0,0 2 0,0 4 0,2-6 0,1 4 0,0-5-931,3 3 1,2 1 930,1-8 0,2 7 0,0 0 0,1-9 0,3 2 0,1-3 0,4 9 0,1 5 0,1-5 0,0 3 0,1-5 0,-2-4 0,2-1-62,4 5 0,0-3 62,-11-22 0,1-1 815,4 4 1,2 0-816,1-3 0,1-2 0,18 15 0,10-10 0,13-4 0,4-14-151,-13 0 0,4 1 151,0-5 0,3-2-70,-8-1 1,4 1 0,-2-2 69,11 0 0,0-1-511,-7-1 1,3 1-1,-1-1 511,-10-4 0,-2 0 0,2-1 0,11 3 0,3 1 0,0-2 0,-2-2 0,0-3 0,2 1-641,-7-1 0,3 0 0,0 0 0,-2-1 641,10 0 0,-2-1 0,2-1 0,-13 0 0,2 1 0,0-2 0,-2-2-334,12-5 1,-2-2 0,0-2 333,-1 0 0,0-2 0,0-3 0,-11-1 0,1-3 0,0-2 0,1 2-290,0 1 0,1 0 1,1 1-1,-1-2 290,1-2 0,0-1 0,1-1 0,0 2-237,4 0 1,2 1 0,-1 0-1,0 0 237,-2 0 0,1 0 0,-2 0 0,-1 1 0,8-2 0,-2 1 0,4-2 0,-17 4 0,4-2 0,1-1 0,-3 1 0,-6 3 140,-1 1 1,-5 3 0,4-3-141,12-4 0,6-3 0,1-1 0,-7 3 0,-8 2 0,-5 2 0,1-1 0,6-3 0,1 0 0,0-1 146,0-1 0,0-1 0,-3-1-146,-7 1 0,-1-1 0,1-1 0,10-5 0,3-3 0,-6 1 0,0-9 0,-2-1 394,-7 8 0,3-1 0,-5 0-394,-4-11 0,-3 0 0,7-4 0,1-2 0,-15 14 0,-2-2 0,0 2 0,7-17 0,-3 2 1027,-8 4 0,-1 0-1027,6-10 0,-3 1 0,-12 14 0,-2-3 630,5-4 1,1-6 0,-1 0-631,-5 5 0,-2 0 0,0-4 0,-3-1 0,0-6 0,-1-1 0,-1 1 69,1 3 0,-1 1 0,-1-2 0,-3-3-69,-3-3 0,-4-6 0,-1-1 0,-1 3 0,1 5-336,2 11 0,1 4 0,-2 1 1,-2-2 335,-5-16 0,-2-5 0,-3 3 0,0 8 0,-1 13 0,0 5 0,-3-1-324,-2-7 1,-2-1 0,-1 1 323,-1-2 0,-1 1 0,-1 1 0,0 5 0,-1 1 0,1 1-334,0 2 1,0-1 0,-1 3 333,0 3 0,0 2 0,0 2 171,-3-5 0,-2 0-171,-1 7 0,-3-2 0,3 3 0,1-2 0,0 2 0,-19-15 0,1 2 1135,22 20 1,1 2-1136,0-1 0,-2 1 0,-4 6 0,1 1 2349,-16-18-2349,13 17 0,2 3 0,-2 0 2336,-9-4-2336,11 9 2144,-4 2-2144,11 1 977,-5 8-977,5-4 448,1 5-448,0 0 0,-1 0 0,1 0 0,-6 0 0,-1 0 0,-1 0 0,7 0 0,2 0 0,9 0 0,-9 0 0,4 0 0,0 0 0,1 0 0,5 0 0,1 4 0,3 1 0,2 0 0,5 3 0,-1-3 0,0 3 0,0 1 0,1-1 0,-1-3 0,0-1 0,-4 0 0,3-3 0,-3 3 0,5-4 0,-1 0 0,4 0 0,1 0 0</inkml:trace>
  <inkml:trace contextRef="#ctx0" brushRef="#br0" timeOffset="61738">29434 11481 24575,'-25'0'0,"-24"0"0,24 0 0,-16 0 0,-1 0 0,8 0 0,-20 0 0,-3 0-2815,4 0 2815,-12 9 0,-2 2 0,29-7 0,0 2 0,-14 9 0,-7 5 0,5-3 0,10-6 0,0 1 0,-5 4 0,-6 2 0,4 0 0,-1 2 0,-1 2-1404,-5 1 1,-4 3 0,4-1 1403,0 2 0,-1 0 0,0-1 0,-5 1 0,6 0-681,2 1 1,1 1 680,9-7 0,-3 1 0,0 1-353,3 1 1,0 0 0,1 1 352,-19 11 0,1 0 0,18-12 0,-1 0 0,2 1 0,1 0 0,1 1 0,-1 1 0,-10 7 0,-3 1 0,4-1 0,-6 7 0,-2 1-510,14-10 0,-4 2 0,-1 0 0,7-4 510,-3 6 0,1 0 0,0-1 0,-6 4 0,0 1 0,7-5 0,2 2 0,0 2 0,0-1 0,-7 6 0,0 0 0,8-5 528,1-1 1,2 0-529,-6 4 0,-5 3 0,3-2 0,0 0 0,0-1 0,10-8 0,-1 0 0,0 0 0,1-1 0,-1 1 0,0 0 0,-2 0 0,0 1 0,1-1 0,-13 12 0,0 1 0,4-3 0,-2 2 0,1-1 212,9-7 0,0-1 0,-2 1-212,-10 11 0,-4 3 0,2-2-465,7-4 1,1-1 0,-1 0 464,-3 1 0,0 0 0,-1 2 0,11-9 0,-1 2 0,-1-1 0,1 0 0,0-1 0,0-2 0,0 1 0,-1 1 0,-2 4 0,-1 2 0,-1-1 0,0-1-8,0-2 0,-1-2 0,0 0 0,0 1 8,2 1 0,0 0 0,0 1 0,0-1 0,-2-2 0,0 0 0,1 0 0,0 0 0,1-1 0,0 1 0,2 0 0,1-2-339,-3 3 0,2-1 0,-3 3 339,-1 1 0,-3 5 0,0-2 0,6-4 0,-6 6 0,0 2 0,11-11 0,-5 5 0,-3 3 0,4-2 0,6-6 0,-6 9 0,2-1-61,5-6 1,-4 5 0,0-1 0,4-3 60,-6 10 0,1-1 0,6-9 0,-2 1 0,0 0 0,4-3 0,0 0 0,-1-1 254,0-2 1,-1-1 0,1 1-255,-11 18 0,0-2 828,-1-6 1,0-3-829,3 1 0,2-1 0,3 0 0,-1-1 0,-2-2 0,1 0 0,6 1 0,0 0 940,-7-1 0,1-2-940,6-1 0,1 1 0,-5 3 0,1 2 0,6-1 0,1 0 0,-3 0 0,1 0 0,3 4 0,1-1 909,6-15 1,0 0-910,-4 9 0,2 0 0,-2 13 0,5-21 0,1 1 2119,-4 17-2119,-3-7 1866,11-8-1866,2-16 1520,4 3-1520,5-14 848,1 5-848,4-6 0,0 1 0,0-1 0,0 1 0,0-1 0,0 1 0,0 0 0,0-1 0,5 10 0,4-2 0,12 14 0,11 2 0,20-2 0,10 10-742,-12-15 1,2-1 741,-13-6 0,2-1-1097,26 12 1,3-1 1096,-12-9 0,1-2 0,-10-3 0,1-1 0,4-1-907,15 3 1,-28-7 388</inkml:trace>
  <inkml:trace contextRef="#ctx0" brushRef="#br0" timeOffset="61738">23924 19049 13891,'27'-6'0,"32"-7"-119,-4 2 1,0 0 0,0 0 118,-1-2 0,1 0 0,-2 1 0,-1 1 0,-2 1 0,1 0 0,0 0 0,0 0 0,-1 0 0,21-5 0,0 0 0,-21 5 0,1 0 0,-2 0 0,18-5 0,-1 0 240,4 0 0,0 1-240,-4 2 0,-1 1 0,0 1 0,0-1 0,-4 1 0,-1 0 0,5 2 0,-1 0 0,-4-3 0,1 1 0,5 5 0,-2 2 0,-16 0 0,2 0 0,8 0 0,5 0 0,-6 1 0,-10 1 0,0 0 0,11-2 0,6 0 0,-4 1 0,2 1 0,-2 2 0,6-1 0,1 0 0,8 0 0,0 0 0,-9 0 0,1 0 0,7-1 0,2 2 0,-5 1 0,0 2 0,-20-1 0,0-1 0,-1 2 0,22 3 0,-1 1 0,-1-4 0,0 0 0,0 3 0,0-1 0,-3-2 0,-1 0 0,5 0 0,-2 1 0,-8 1 0,0 0 822,-2-5 1,1 0-823,-5 2 0,0 0 0,0-3 0,0 0 0,0 0 0,0 0 0,-1 0 0,1 0 0,0 0 0,0 0 0,0-2 0,0-2 0,0-5 0,0-2 0,1 0 0,-2-1 0,2-7 0,-2-2 0,-1 1 0,-2-1 0,1-3 0,-1-1 0,-7-2 0,0 0 0,3-4 0,0 1 0,-3 3 0,0-1 0,-1-4 0,2-2 0,14-6 0,-3-1 0,-19 7 0,-1-1 0,21-12 0,0-1 0,-21 11 0,-2 0 0,12-9 0,1-1 0,-5 5 0,-1-1 25,2-6 0,0-1-25,-4 1 0,1-2 0,-6 9 0,3-3 0,-2 0-42,-5 4 1,-2 0 0,1-1 41,6-9 0,1-3 0,-2 0 0,0 0 0,-2-1 0,-2-1-238,0-2 0,-3-1 0,1 0 238,-1 2 0,0 0 0,0-1 0,1-4 0,0-3 0,-1 3 0,-3 7 0,0 2 0,0-2 0,2-8 0,-1-3 0,0 3 0,-1 9 0,0 2 0,-2-1-189,-2-1 0,-2 0 0,0 2 189,8-16 0,-2 3 0,-9 11 0,0 0 0,7-18 0,-2 1 445,-11 25 0,-2-2-445,3 1 0,0-4 0,-1 1 0,-1-16 0,-1 1 0,0-5 0,1-3-6,-3 20 0,0-2 1,0 1 5,1-2 0,-1 0 0,0 2 0,0-10 0,-1-2 0,-1 4 0,-1-3 0,0 5 0,-2 1 0,0 2 592,0-17 1,0 0-593,0 14 0,0 4 0,0 14 0,0-1 0,0-20 0,0-1 0,0 15 0,0 0 660,0-7 1,0 2-661,0-14 0,0 28 0,0 2 0,0-17 1411,0-18-1411,0 15 0,-5 0 0,-1 7 2813,-10 7-2813,4 2 1667,-7 5-1667,2-7 710,-4 7-710,4 1 289,-8-1-289,8 10 0,-16-17 0,17 23 0,-23-29 0,16 26 0,-16-20 0,1 16 0,5 0 0,-16-5 0,15 16 0,-14-4 0,10 5 0,-5 9 0,-14-8 0,-3 14 0,-7-5-464,28 6 1,-1 0 463,2 0 0,-1 0 0,-10 0 0,-1 0 0,11 0 0,-1 0 0,-8 0 0,1 0 0,9 3 0,-1 0 0,-15 0 0,0 2 0,10 1 0,0 0 0,-10 1 0,3-1 0,-10 1-43,-8 3 43,29-9 0,-8 4 0,11-5 0,-1 0 0,-4 0 924,5 0-924,-1 0 46,-4 0-46,5 0 0,-6 0 0,-1 0 0,7-5 0,1 0 0,5-5 0,1-1 0,0-3 0,5 3 0,-4-4 0,4 6 0,-1-5 0,-8 2 0,12-6 0,-13 7 0,15-3 0,1 5 0,6 0 0,4 0 0,0 1 0,0-5 0,1 3 0,3-3 0,-3 0 0,3 3 0,0-2 0,-3 3 0,4 1 0,-1-1 0,-3-4 0,3 3 0,0-8 0,-3 9 0,3-9 0,0 8 0,1-7 0,0 2 0,3-3 0,-4-1 0,5 0 0,0 0 0,0 1 0,0-6 0,0 4 0,0-9 0,0 4 0,0-5 0,0-1 0,0 1 0,0 5 0,0 1 0,0 5 0,4 5 0,-3 1 0,3 4 0,-4 0 0,0 1 0,4 3 0,-3-3 0,3 3 0,-1 1 0,2 0 0,4 4 0,-1 0 0,-3-4 0,-1-1 0,-4-8 0,0-6 0,-5-12 0,0 4 0,-10-8 0,8 24 0,-2-3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2T12:47:07.5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25886 11673 24575,'43'0'0,"7"0"0,8 0 0,8 0-818,-25 0 0,0 0 818,-4 0 0,1 0 0,10 0 0,2 0 0,-4 0 0,2 0-831,10 0 1,3 0 830,-5 0 0,0 0 0,3 0 0,1 0 0,4 0 0,1 0 0,-4 0 0,1 0-745,13 0 1,0 0 744,-8-1 0,-1 2 0,6 1 0,-4 2-769,-19-1 1,0 1 768,24 3 0,-3 1-223,1 3 223,-9-3 0,0-1 0,7 5 0,-16-5 0,1-1 0,12 1 0,-6-3 0,1-1 0,5-3 0,-13 0 0,1 0 0,14 0 0,-16 0 0,1 0 0,-13 0 0,1 0 0,16 0 0,3 0 0,-9 0 0,-1 0 4,5-6 0,0-1-4,4 1 0,1-4 0,0-6 0,1-3-81,9 1 1,1-2 80,0-2 0,0 0 0,0-1 0,1 1 0,-22 7 0,0-1 0,0 1 0,16-7 0,0 1 0,5-2 0,-1 1 0,-5 0 0,0 0 531,-5 2 0,1-2-531,-8 1 0,2-2 0,-3 1 0,4-1 0,-1 0-251,-7 0 0,1-2 1,-3 2 250,5-1 0,-2 0 0,-1-3 0,1-1 0,5 1 0,1-1 0,3-4 0,0 0 0,-5 3 0,1 0 0,-8 3 0,2-2 0,0 0 0,-4 2 0,0 1 0,-1-1 0,20-12 0,-2 0 0,-2 1 0,-4 3 1317,7-5-1317,-18 10 0,-2 2 0,9-6 0,-17 9 0,-2-1 0,7-15 0,-5 0 0,-5-5 0,-2 0 0,-5-4 0,0 4 0,-4-18 0,-2 16 0,-4-16 0,-6 18 0,-1 1 2425,-5 8-2425,0 5 523,0 1-523,0 5 2124,0-4-2124,0 4 0,0 0 0,-10-10 0,-1 8 0,-17-21 0,-5 8 0,5 6 0,-1 0-965,-21-16 965,13 16 0,-3-3 0,-3-6 0,0 1-1437,6 13 0,-1 0 1437,-15-21 0,-2 1 0,11 19 0,0 2 0,-6-10 0,-1-1 0,-9 5 0,-1 2 0,9 1 0,-2 1 0,-9 3 0,-2 2 0,5 1 0,-1 0 0,-9 1 0,-1 1-1066,5 3 1,-1 1 1065,-3-1 0,0 1 0,5 4 0,0-1 0,-1 1 0,1-1 0,0 4 0,0 0-735,-2-4 1,3 2 734,12 8 0,-1 1 0,-20-10 0,1 0 0,22 9 0,-1 1 0,-18-7 0,-1 0 0,14 6 0,2 2 0,-1 0 0,0 0 0,0 3 0,0 0 0,-5 0 0,1 0 0,3 0 0,-1 0 0,-7 0 0,0 0 0,3 0 0,1 0 0,-5 0 0,-1 0 0,-4 0 0,0 0 0,3 2 0,1 2-507,-4 3 1,0 1 506,0 3 0,-1 1 0,0 3 0,0 0 0,-2 0 0,3 0 0,13-2 0,-1 1 0,-16 1 0,4 0 0,31-3 0,0 1 368,-11-3 1,-5-1-1,8 2-368,-15 12 0,-4-8 0,1-1 0,18 3 766,7-5 1,-1 0-767,-17 6 0,15 3 0,-27-2 0,18 8 0,-8-8 0,-5 16 0,0-10 0,6 8 0,22-17 0,2-1 0,-12 14 0,6-8 0,3 1 0,5 1 0,-2-2 0,0 0 0,-1 6 0,-27 9 0,26-8 0,1-8 0,2 1 1652,8 7-1652,-25 12 0,23-2 0,-12 9 2248,11-12-2248,-11 15 1375,19-23-1375,-11 11 539,10-7-539,-9 1 0,10-2 0,-5 1 0,1 0 0,4-5 0,-5 3 0,7-3 0,-1 4 0,0-5 0,0 4 0,1-4 0,3 0 0,-14 11 0,16-15 0,-12 15 0,12-11 0,3 5 0,-8 1 0,12-1 0,-7 0 0,13 0 0,-3-5 0,4 7 0,0-11 0,0 6 0,0-13 0,0 3 0,0-2 0,0 3 0,0 1 0,0-1 0,0 1 0,0 0 0,0 4 0,0-3 0,0 9 0,4-9 0,-3 9 0,7-4 0,-2 5 0,4 0 0,0 0 0,10 2 0,-3-2 0,9 1 0,-6-1 0,0 1 0,-5-1 0,3-5 0,-7 4 0,3-9 0,-4 3 0,-1-4 0,0-5 0,0-1 0,-1-4 0,1-1 0,-4 1 0,2-1 0,-6 1 0,7 0 0,-7-1 0,6 1 0,-6 4 0,3-4 0,0 9 0,2-4 0,3 5 0,0-1 0,0-4 0,5 4 0,-4-4 0,3 0 0,-4 4 0,0-9 0,0 14 0,0-8 0,1 9 0,-1-5 0,4-1 0,-2 1 0,2 0 0,-3-1 0,-1-4 0,-1-1 0,-3-4 0,3 0 0,-7-1 0,3 1 0,-4-1 0,3-3 0,-2 3 0,7-7 0,-3 2 0,3-3 0,-3 4 0,-1 1 0,-4 4 0,4-5 0,0 4 0,1-3 0,3 3 0,-7 1 0,3 0 0,-4-1 0,3 1 0,2 3 0,0-2 0,-1 2 0,0-7 0,0-1 0,1-1 0,-1-6 0,-4 2 0,0-7 0,0-1 0,0 0 0,0 1 0,0-1 0,0 0 0,-4 1 0,3-1 0,-7 4 0,4 1 0,-1 0 0,-7 4 0,10-13 0,-7 7 0,9-7 0,0 8 0,0 2 0</inkml:trace>
  <inkml:trace contextRef="#ctx0" brushRef="#br0" timeOffset="3638">19245 13220 24575,'-36'0'0,"-4"0"0,7 0 0,-20 0 0,-6 0 0,-13 0-1817,26-11 1,0-4 1816,-1 2 0,-2-5 0,4-4 0,-1-4 0,-4-4 0,-2-4 0,-4-4 0,0-1 0,5 2 0,4 2 0,4 2 0,-4-2 0,-6-4 0,-5-3 0,1 1 0,8 3 0,-2-6 0,3 2 0,6 11 0,-2 0 0,2-1 0,3-1 0,2-2 0,0 1 0,-19-12 0,1 1 0,4-2 0,1 1 0,-1 2 0,0 1-513,3-4 0,1 0 513,1 4 0,1 0 0,1-7 0,1 0 0,5 5 0,-1-1 0,-4-3 0,1-2 0,5-2 0,2 0 0,-1 3 0,0-1 0,0-6 0,2 0 0,5 8 0,1 0 0,-4-4 0,1 1 0,3 1 0,1-1 0,-1 0 0,1 0-685,4 12 0,0-1 685,-5-20 0,0 0 0,8 22 0,1 0-368,0-12 1,1-2 367,3 10 0,0-1 0,0-7 0,1-2 0,3 5 0,0-1 0,-1-7 0,2 1 0,6 10 0,2 1 0,2-3 0,0 2 0,-4-27 0,3 26 0,0-2 0,-1-1 0,0 1 0,1-1 0,2 0 0,-1-11 0,0 1 0,0 12 0,0 3 0,0 6 0,0 0 0,0-14 0,0-1 0,-1 13 0,2-1 0,1-13 0,1-1 0,3 9 0,1 1 0,2 0 0,2-1 0,5 0 0,0 1 0,0-1 0,1 1 0,2 3 0,0 0 0,0 1 0,0 1 0,11-20 0,-8 20 0,-1-1 0,11-21 0,-6 19 0,0 0 0,-3 5 0,-1 0 0,5-5 0,0 0 0,-1 3 0,0-1 472,4-6 1,1 0-473,2 6 0,1 0 0,1-6 0,0-1 0,6 5 0,-1 2 0,-12 5 0,-1 0 565,8-1 1,0 3-566,8-14 0,-19 18 0,1 0 0,20-18 0,3-4 0,-5 5 0,8 0 0,-10 0 0,-14 20 0,1 0 0,0-1 0,0-1 0,8-7 0,1-1 93,0 0 0,1-1-93,3-2 0,0-2 0,1-4 0,1 1-491,2 2 1,1-1 490,-3-5 0,3-2 0,-6 14 0,2 1 0,-3 0 0,0-8 0,-1 1 0,-2 6 0,3-1 0,-3 1 0,5-6 0,-5 3 0,-10 10 0,-2 3 0,21-18 0</inkml:trace>
  <inkml:trace contextRef="#ctx0" brushRef="#br0" timeOffset="8204">18466 5943 24575,'5'-36'0,"13"-11"0,-1 13 0,4-1 0,17-21-2429,-8 17 0,7-5 1,1 0 2428,3 1 0,1 1 0,0-2 0,-3-4 0,0-1 0,2-1 0,0 6 0,2-2 0,1 1 0,-4 1 0,0-4 0,-4 2 0,2-3 0,-3 5 0,2-2 0,2-2 0,-1 1-873,5-5 1,0 0 0,0-2-1,1 0 873,1-2 0,1-2 0,0 0 0,0 2 0,-2 3 0,0 2 0,1-1 0,1 0 0,-5 4 0,3-1 0,-1-1 0,0 1 0,-1 2 0,2-2 0,-1 1 0,0 0 0,2 1 0,5-5 0,2-1 0,0 1 0,-1 0-266,-4 4 1,-2 0-1,1 1 1,0 0 265,1 2 0,1-1 0,0 1 0,-1-1 0,-1-1 0,-1 0 0,1-1 0,-1 0 0,0 2 0,0 1 0,1-1 0,0-1 0,2-3 0,1 0 0,-1-1 0,0 0 0,-1 2 0,0 0 0,-1 1 0,-1 1 0,5-3 0,-1 1 0,2-3 0,-11 8 0,2-5 0,1 0 0,-2 2 0,-4 6-850,13-13 1,1 2 849,-5 4 0,5-5 0,1 0 0,-5 6 0,8-4 0,0 3 0,-6 5 0,4-1 0,-1 1 91,-7 8 0,-2 1 0,1 0-91,1-5 0,0 0 0,1 0 0,6 0 0,2 1 0,0 0 0,-1 2 0,0 0 0,-2 1 510,-8 4 0,-3 2 0,3 0-510,11 0 0,1 0 0,-6 3 1025,-12 2 0,-1 1-1025,5-1 0,5-1 0,-2 0 0,10-7 0,1-1 179,0 1 0,5-2 0,-4 3-179,0-1 0,1 0 0,5-2 0,6-3 0,-5 3 0,1 2 0,0 0 0,-4 2 0,3-2 0,-2 3 0,-13 9 0,-2 2 0,3-2 0,2-2 0,4-3 0,-1 2 0,-5 3 0,6 2 0,0 0 0,-4-1 0,5-3 0,2-1 0,-44 18 0</inkml:trace>
  <inkml:trace contextRef="#ctx0" brushRef="#br0" timeOffset="8204">29478-1 16229,'49'24'0,"0"3"0,-2 3 184,-3-2 0,3 3 0,-4-1-184,4 5 0,-1 2 0,5 6 0,1 1 0,4 1 0,-1-1 0,-9-5 0,-1-1 167,3 1 0,0-1-167,-7-1 0,0-1 0,3-5 0,-1 1 0,-6 3 0,0 1 0,0-7 0,3 1 56,-1 4 0,3 4 0,-3-4-56,1-3 0,1 0 0,3 5 0,3 4 0,-3-4 0,-4-8 0,0-1 0,14 15 0,1 3 0,-4-5 0,0-1 0,5 5 0,-2 1 0,-5 1 0,-3 2 0,3-1 0,-4 1 0,-16-11 0,-1 1 0,15 18 0,-4-1 0,-10-2 0,-1-4 0,-2 1 0,-2 10 0,-12-24 0,0 2 1774,7 28-1774,-7-30 0,-1 0 0,2 23 0,4 13 0,-5-12 0,0 11 0,0-11 0,0 12 0,-6-13 0,0 5 0,-1 2 0,-1-26 0,-1 1 512,0 29 0,0-1-512,3 0 0,-6-13 0,0 2 0,0-17 0,0 1 0,0 22 0,0-1 0,0-23 0,0-2 0,0 9 0,0 2 0,0 3 0,0-1 0,0-9 0,0-1 0,0 13 0,0-1 1071,0 14-1071,0 6 0,0 1 0,-3-29 0,0 0 0,-3 13 0,-6-7 0,-2-1 0,-6 8 0,1-10 0,0 2-201,6-9 1,-1 1 200,-13 19 0,-2 0 0,11-16 0,-1 1 0,-1-2 0,-3 3 0,1-1 0,-6 8 0,-1 0 0,-3 8 0,-2 1-539,7-20 1,-1 0 0,0-2 538,-9 15 0,1-4 0,5-9 0,-2 0 0,-9 14 0,0-3-163,14-21 1,-1 0 162,-13 17 0,-2 0 0,11-17 0,1-1-178,3-1 0,0 1 178,-5 0 0,-1 1 0,6 1 0,-1 1 98,-10 6 1,-1 0-99,4 0 0,-1 1-354,-9 11 0,-2 2 354,10-12 0,-2 0 0,3-1 0,-6 12 0,0 0-301,4-10 1,-2 1 0,3-2 300,1 8 0,1-2 0,-12 2 0,-2 1 0,5 4 0,1-1-405,0-8 1,-1-1 404,-1 1 0,1-1 0,4-4 0,-1-1 0,-5-2 0,-1 0 0,0 3 0,-4 1 0,8-11 0,-4 0 0,2-1 0,-7 9 0,-3 3 0,5-7 0,-8 4 0,0 1 0,7-3 0,11-5 0,4-1 0,-4 3-423,-3-1 0,-6 5 1,-2 1-1,2-1 1,4-2 422,-4 7 0,4-2 0,-1 0 0,-3 2 0,0 1 0,-1 2-89,6-6 0,-1 2 0,0-1 0,6-4 89,-8 7 0,0 0 0,-1 1 0,-7 7 0,-2 0 0,6-5 0,9-9 0,3-3 0,-1 1 0,-10 9 0,-1 2 0,1-2 0,6-6 0,0-2 0,-1 0 0,-6 2 0,-2-1 0,3-1 0,9-7 0,3-1 0,-3 1-81,-17 13 1,-4 2 0,6-5 80,1-6 0,2-1 0,9-2 0,-1 3 0,0-3 0,1-5 0,0-2 0,1 1-63,2 0 1,0 2 0,1-1 62,-1 1 0,1-1 0,-1 1 0,-21 10 0,2 0 0,6 2 0,0-1 0,-3-5 0,-3-2 0,13-4 0,-2 0 0,3-1 0,-2 3 0,0-2 0,4-3 0,-3 0 0,2 2 0,-11 12 0,3 2 0,10-9 0,0 2 0,3-3 0,-2 3 0,3-1 0,-1 5 0,-1 1 0,-3 0 0,-4 2 0,1 0 0,7-6 0,3-1 0,-2 1 0,-3 3 0,0 0 0,1 0 0,-16 10 0,2-1 0,9-4 0,-1 0 0,-7 3 0,-1-1 0,3 0 0,0-2 902,4-4 1,2-1-903,2-4 0,3-1 871,10-7 1,0 0-872,-12 7 0,1-1 0,-17 6 0,18-8 0,-1-2 0,11-9 0,1 0 0,-27 22 1814,-6-6-1814,32-16 0,-1-2 0,-26 8 1922,-3 8-1922,11-14 0,12-4 0,-1 0 0,-16 3 0,21-6 0,-1-1 0,-12 2 0,4 2 0,-11-3 0,-3-1 1674,17 0-1674,-6 0 1173,3-1-1173,15 0 818,-30-3-818,12 2 0,1-7 0,9 0 0,-1 1 0,-10 2 0,6-4 0,-1-1 0,-18 6 0,23-3 0,-2-1-199,-5-1 0,1-1 199,-22 6 0,23-6 0,0 0 0,0 0 0,4 0 0,-14 0 0,7 0 0,0 0 0,0 0 0,4 0 0,-2 0 0,5 0 0,1 0 0,-2 0 0,-2 0 0,-14 0 0,-1 0-944,8 0 0,-1 0 944,-17 0 0,-4 0-903,22 0 0,0 0 0,-1 0 903,0 0 0,-1 0 0,0 0 0,-3 0 0,0 0 0,-1 0 0,-2 0 0,-1 0 0,3 0-732,-5 0 0,2 0 732,-10 0 0,3 0-61,26 0 0,2 0 61,-7 0 0,1 0 1435,-17 0-1435,10 0 2682,20 0-2682,12 0 1890,6 0-1890,4 0 863,-4 0-863,-6 0 0,-1 0 0,-9 0 0,4 0 0,-1 0 0,-3 0 0,9 0 0,-3 4 0,8-3 0,2 7 0,5-3 0,-1 3 0,0 1 0,1-1 0,-1 1 0,-4 0 0,3-1 0,-8 2 0,-1-1 0,-1 0 0,-4 1 0,5-5 0,-5 4 0,5-8 0,-16 8 0,8-8 0,-9 4 0,6 0 0,5-4 0,1 3 0,5-4 0,5 0 0,5 8 0,5 14 0,4 10 0,0 18 0,0 8 0,0 8-428,0 8 428,0-14 0,-5 3 0,3-18 0,-3 5 0,1-13 0,-2-1 0,0-6 0,-2-5 0,7-1 428,-4-5-428,1-1 0,3 6 0,-3 1 0,4 5 0,-5 6 0,0-9 0,-6 13 0,1-13 0,0 8 0,4-4 0,-2-6 0,6-2 0,-6-4 0,7-5 0,-7-1 0,7-4 0,-3-1 0,4 1 0,-4-4 0,3 2 0,-2-10 0,3 2 0,0-7 0,0-1 0,-4 0 0,-1 1 0,0-5 0,-3 3 0,3-8 0,0 8 0,1-7 0,4 7 0,0 1 0,0 5 0</inkml:trace>
  <inkml:trace contextRef="#ctx0" brushRef="#br0" timeOffset="43309">24828 10550 24575,'0'15'0,"15"19"0,2-14 0,16 16 0,-8-16 0,16 6 0,8 15 0,5-9 0,0 14 0,-12-23 0,-3 9 0,-1-10 0,5 6 0,-11-8 0,4 1 0,-11-6 0,-6-1 0,-6-6 0,-5 1 0,1 0 0,-4-5 0,-1 0 0</inkml:trace>
  <inkml:trace contextRef="#ctx0" brushRef="#br0" timeOffset="45722">26332 11342 24575,'14'0'0,"21"0"0,-16 0 0,41 0 0,-11 0 0,25 0 0,-14 0-674,-22 0 1,2 0 673,-1 0 0,0 0 0,8 0 0,-1 0 0,-4 0 0,1 0 0,15 0 0,-1 0 0,11 0 0,-16-3 0,2 0 0,-2 3 0,-2-1 0,-13-2 0,1 0 0,28 3 0,0 0 0,-25 0 0,-1 0 0,6 0 0,2 0 0,5 0 0,-2 0 0,9 0 0,-13 0 0,1 0 0,12 0 0,14 0 0,-29 0 0,0 0 0,13 0-32,-19 0 1,0 0 31,13 0 0,8 0 0,12-5 0,-30 4 0,-2 1 0,19-6 0,-8 6 0,-1 0 0,-5 0 0,-3 1 0,2-2 0,9-4 0,12 4 0,-8-4 0,-5 5 0,-3-5 0,-6 4 0,1-4 0,-7 0 0,5 4 0,-5-8 0,6 8 0,1-9 0,-1 9 0,6-4 0,-4 5 0,5-5 0,0 4 0,1-4 0,0 0 0,-1 4 0,-7-4 998,0 5-998,0 0 412,-5-4-412,3 3 0,-9-4 0,10 5 0,-11-4 0,5 2 0,-5-2 0,-1 4 0,0-5 0,6 4 0,-10-3 0,15-1 0,-20 4 0,14-4 0,-15 1 0,4-1 0,-1-1 0,-3-2 0,4 7 0,0-8 0,1 8 0,0-3 0,4-1 0,-9 4 0,8-4 0,-8 1 0,9 3 0,-4-7 0,0 6 0,4-2 0,-4 4 0,0 0 0,-1 0 0,-5 0 0,-1-4 0,1 3 0,5-3 0,-9 4 0,8 0 0,-14 0 0,4 0 0,-4 0 0,-1 0 0,1 0 0,-4 0 0,-1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rgbClr val="60606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rgbClr val="60606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0" i="0">
                <a:solidFill>
                  <a:srgbClr val="60606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73855" y="1649016"/>
            <a:ext cx="691515" cy="1110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rgbClr val="60606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353412-164E-2B45-A760-BF75A45DF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858" y="5110423"/>
            <a:ext cx="10906061" cy="67154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</a:pPr>
            <a:r>
              <a:rPr lang="en-US" sz="4100" kern="1200">
                <a:solidFill>
                  <a:schemeClr val="tx1"/>
                </a:solidFill>
                <a:latin typeface="+mj-lt"/>
                <a:cs typeface="+mj-cs"/>
              </a:rPr>
              <a:t>Firewall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F49A1E-B148-E048-9540-5608E71266E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45858" y="5855843"/>
            <a:ext cx="10906061" cy="458470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ctr" rtl="0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</a:rPr>
              <a:t>Professora Dra. Renata S. S. Tolentino 2020</a:t>
            </a: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71FC7D98-7B8B-402A-90FC-F027482F2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2" cy="4822479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28">
            <a:extLst>
              <a:ext uri="{FF2B5EF4-FFF2-40B4-BE49-F238E27FC236}">
                <a16:creationId xmlns:a16="http://schemas.microsoft.com/office/drawing/2014/main" id="{AD7356EA-285B-4E5D-8FEC-104659A4F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4562" y="640091"/>
            <a:ext cx="8182876" cy="388111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945A945-9913-1F48-886B-A3A439F76E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552" r="1" b="13554"/>
          <a:stretch/>
        </p:blipFill>
        <p:spPr>
          <a:xfrm>
            <a:off x="2170029" y="804672"/>
            <a:ext cx="7851943" cy="3554676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3968" y="575468"/>
            <a:ext cx="11008995" cy="5946775"/>
            <a:chOff x="513968" y="575468"/>
            <a:chExt cx="11008995" cy="5946775"/>
          </a:xfrm>
        </p:grpSpPr>
        <p:sp>
          <p:nvSpPr>
            <p:cNvPr id="3" name="object 3"/>
            <p:cNvSpPr/>
            <p:nvPr/>
          </p:nvSpPr>
          <p:spPr>
            <a:xfrm>
              <a:off x="549826" y="575468"/>
              <a:ext cx="9681735" cy="10550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9826" y="1654473"/>
              <a:ext cx="10972633" cy="486750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5921" y="2517676"/>
              <a:ext cx="5414645" cy="1367155"/>
            </a:xfrm>
            <a:custGeom>
              <a:avLst/>
              <a:gdLst/>
              <a:ahLst/>
              <a:cxnLst/>
              <a:rect l="l" t="t" r="r" b="b"/>
              <a:pathLst>
                <a:path w="5414645" h="1367154">
                  <a:moveTo>
                    <a:pt x="0" y="1366738"/>
                  </a:moveTo>
                  <a:lnTo>
                    <a:pt x="0" y="527513"/>
                  </a:lnTo>
                </a:path>
                <a:path w="5414645" h="1367154">
                  <a:moveTo>
                    <a:pt x="5414602" y="407623"/>
                  </a:moveTo>
                  <a:lnTo>
                    <a:pt x="5414602" y="0"/>
                  </a:lnTo>
                </a:path>
              </a:pathLst>
            </a:custGeom>
            <a:ln w="23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207660" y="1318782"/>
              <a:ext cx="0" cy="1271270"/>
            </a:xfrm>
            <a:custGeom>
              <a:avLst/>
              <a:gdLst/>
              <a:ahLst/>
              <a:cxnLst/>
              <a:rect l="l" t="t" r="r" b="b"/>
              <a:pathLst>
                <a:path h="1271270">
                  <a:moveTo>
                    <a:pt x="0" y="1270827"/>
                  </a:moveTo>
                  <a:lnTo>
                    <a:pt x="0" y="0"/>
                  </a:lnTo>
                </a:path>
              </a:pathLst>
            </a:custGeom>
            <a:ln w="11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11691" y="719336"/>
              <a:ext cx="0" cy="2301875"/>
            </a:xfrm>
            <a:custGeom>
              <a:avLst/>
              <a:gdLst/>
              <a:ahLst/>
              <a:cxnLst/>
              <a:rect l="l" t="t" r="r" b="b"/>
              <a:pathLst>
                <a:path h="2301875">
                  <a:moveTo>
                    <a:pt x="0" y="2301876"/>
                  </a:moveTo>
                  <a:lnTo>
                    <a:pt x="0" y="0"/>
                  </a:lnTo>
                </a:path>
              </a:pathLst>
            </a:custGeom>
            <a:ln w="23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1618086" y="4579773"/>
            <a:ext cx="0" cy="647700"/>
          </a:xfrm>
          <a:custGeom>
            <a:avLst/>
            <a:gdLst/>
            <a:ahLst/>
            <a:cxnLst/>
            <a:rect l="l" t="t" r="r" b="b"/>
            <a:pathLst>
              <a:path h="647700">
                <a:moveTo>
                  <a:pt x="0" y="647402"/>
                </a:moveTo>
                <a:lnTo>
                  <a:pt x="0" y="0"/>
                </a:lnTo>
              </a:path>
            </a:pathLst>
          </a:custGeom>
          <a:ln w="3175">
            <a:solidFill>
              <a:srgbClr val="B5BF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31565" y="635413"/>
            <a:ext cx="1004569" cy="0"/>
          </a:xfrm>
          <a:custGeom>
            <a:avLst/>
            <a:gdLst/>
            <a:ahLst/>
            <a:cxnLst/>
            <a:rect l="l" t="t" r="r" b="b"/>
            <a:pathLst>
              <a:path w="1004570">
                <a:moveTo>
                  <a:pt x="0" y="0"/>
                </a:moveTo>
                <a:lnTo>
                  <a:pt x="1004031" y="0"/>
                </a:lnTo>
              </a:path>
            </a:pathLst>
          </a:custGeom>
          <a:ln w="239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89860" y="1666461"/>
            <a:ext cx="1290955" cy="0"/>
          </a:xfrm>
          <a:custGeom>
            <a:avLst/>
            <a:gdLst/>
            <a:ahLst/>
            <a:cxnLst/>
            <a:rect l="l" t="t" r="r" b="b"/>
            <a:pathLst>
              <a:path w="1290954">
                <a:moveTo>
                  <a:pt x="0" y="0"/>
                </a:moveTo>
                <a:lnTo>
                  <a:pt x="1290898" y="0"/>
                </a:lnTo>
              </a:path>
            </a:pathLst>
          </a:custGeom>
          <a:ln w="359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22176" y="1798339"/>
            <a:ext cx="932815" cy="0"/>
          </a:xfrm>
          <a:custGeom>
            <a:avLst/>
            <a:gdLst/>
            <a:ahLst/>
            <a:cxnLst/>
            <a:rect l="l" t="t" r="r" b="b"/>
            <a:pathLst>
              <a:path w="932814">
                <a:moveTo>
                  <a:pt x="0" y="0"/>
                </a:moveTo>
                <a:lnTo>
                  <a:pt x="932316" y="0"/>
                </a:lnTo>
              </a:path>
            </a:pathLst>
          </a:custGeom>
          <a:ln w="239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657832" y="2626293"/>
            <a:ext cx="83185" cy="0"/>
          </a:xfrm>
          <a:custGeom>
            <a:avLst/>
            <a:gdLst/>
            <a:ahLst/>
            <a:cxnLst/>
            <a:rect l="l" t="t" r="r" b="b"/>
            <a:pathLst>
              <a:path w="83184">
                <a:moveTo>
                  <a:pt x="0" y="0"/>
                </a:moveTo>
                <a:lnTo>
                  <a:pt x="8257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015325" y="2626293"/>
            <a:ext cx="37465" cy="0"/>
          </a:xfrm>
          <a:custGeom>
            <a:avLst/>
            <a:gdLst/>
            <a:ahLst/>
            <a:cxnLst/>
            <a:rect l="l" t="t" r="r" b="b"/>
            <a:pathLst>
              <a:path w="37465">
                <a:moveTo>
                  <a:pt x="0" y="0"/>
                </a:moveTo>
                <a:lnTo>
                  <a:pt x="369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657832" y="2650271"/>
            <a:ext cx="83185" cy="0"/>
          </a:xfrm>
          <a:custGeom>
            <a:avLst/>
            <a:gdLst/>
            <a:ahLst/>
            <a:cxnLst/>
            <a:rect l="l" t="t" r="r" b="b"/>
            <a:pathLst>
              <a:path w="83184">
                <a:moveTo>
                  <a:pt x="0" y="0"/>
                </a:moveTo>
                <a:lnTo>
                  <a:pt x="8257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9740411" y="984156"/>
            <a:ext cx="313055" cy="1667510"/>
            <a:chOff x="9740411" y="984156"/>
            <a:chExt cx="313055" cy="1667510"/>
          </a:xfrm>
        </p:grpSpPr>
        <p:sp>
          <p:nvSpPr>
            <p:cNvPr id="16" name="object 16"/>
            <p:cNvSpPr/>
            <p:nvPr/>
          </p:nvSpPr>
          <p:spPr>
            <a:xfrm>
              <a:off x="10015325" y="2650271"/>
              <a:ext cx="37465" cy="0"/>
            </a:xfrm>
            <a:custGeom>
              <a:avLst/>
              <a:gdLst/>
              <a:ahLst/>
              <a:cxnLst/>
              <a:rect l="l" t="t" r="r" b="b"/>
              <a:pathLst>
                <a:path w="37465">
                  <a:moveTo>
                    <a:pt x="0" y="0"/>
                  </a:moveTo>
                  <a:lnTo>
                    <a:pt x="369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40411" y="984156"/>
              <a:ext cx="287020" cy="1187450"/>
            </a:xfrm>
            <a:custGeom>
              <a:avLst/>
              <a:gdLst/>
              <a:ahLst/>
              <a:cxnLst/>
              <a:rect l="l" t="t" r="r" b="b"/>
              <a:pathLst>
                <a:path w="287020" h="1187450">
                  <a:moveTo>
                    <a:pt x="286866" y="1187272"/>
                  </a:moveTo>
                  <a:lnTo>
                    <a:pt x="0" y="1187272"/>
                  </a:lnTo>
                  <a:lnTo>
                    <a:pt x="0" y="0"/>
                  </a:lnTo>
                  <a:lnTo>
                    <a:pt x="286866" y="0"/>
                  </a:lnTo>
                  <a:lnTo>
                    <a:pt x="286866" y="1187272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518224" y="1717453"/>
            <a:ext cx="927735" cy="5105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50" u="heavy" spc="-3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ACCE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740408" y="1088760"/>
            <a:ext cx="330200" cy="1001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759"/>
              </a:lnSpc>
            </a:pPr>
            <a:r>
              <a:rPr sz="7100" spc="-1065" dirty="0">
                <a:solidFill>
                  <a:srgbClr val="A0A0A0"/>
                </a:solidFill>
                <a:latin typeface="Times New Roman"/>
                <a:cs typeface="Times New Roman"/>
              </a:rPr>
              <a:t>--</a:t>
            </a:r>
            <a:endParaRPr sz="7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740411" y="1199957"/>
            <a:ext cx="287020" cy="1187450"/>
          </a:xfrm>
          <a:custGeom>
            <a:avLst/>
            <a:gdLst/>
            <a:ahLst/>
            <a:cxnLst/>
            <a:rect l="l" t="t" r="r" b="b"/>
            <a:pathLst>
              <a:path w="287020" h="1187450">
                <a:moveTo>
                  <a:pt x="286866" y="1187272"/>
                </a:moveTo>
                <a:lnTo>
                  <a:pt x="0" y="1187272"/>
                </a:lnTo>
                <a:lnTo>
                  <a:pt x="0" y="0"/>
                </a:lnTo>
                <a:lnTo>
                  <a:pt x="286866" y="0"/>
                </a:lnTo>
                <a:lnTo>
                  <a:pt x="286866" y="1187272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740408" y="1304560"/>
            <a:ext cx="330200" cy="1001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759"/>
              </a:lnSpc>
            </a:pPr>
            <a:r>
              <a:rPr sz="7100" spc="-1065" dirty="0">
                <a:solidFill>
                  <a:srgbClr val="A0A0A0"/>
                </a:solidFill>
                <a:latin typeface="Times New Roman"/>
                <a:cs typeface="Times New Roman"/>
              </a:rPr>
              <a:t>--</a:t>
            </a:r>
            <a:endParaRPr sz="7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740411" y="1439736"/>
            <a:ext cx="287020" cy="1187450"/>
          </a:xfrm>
          <a:custGeom>
            <a:avLst/>
            <a:gdLst/>
            <a:ahLst/>
            <a:cxnLst/>
            <a:rect l="l" t="t" r="r" b="b"/>
            <a:pathLst>
              <a:path w="287020" h="1187450">
                <a:moveTo>
                  <a:pt x="286866" y="1187272"/>
                </a:moveTo>
                <a:lnTo>
                  <a:pt x="0" y="1187272"/>
                </a:lnTo>
                <a:lnTo>
                  <a:pt x="0" y="0"/>
                </a:lnTo>
                <a:lnTo>
                  <a:pt x="286866" y="0"/>
                </a:lnTo>
                <a:lnTo>
                  <a:pt x="286866" y="1187272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740408" y="1544340"/>
            <a:ext cx="330200" cy="1001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759"/>
              </a:lnSpc>
            </a:pPr>
            <a:r>
              <a:rPr sz="7100" spc="-1065" dirty="0">
                <a:solidFill>
                  <a:srgbClr val="A0A0A0"/>
                </a:solidFill>
                <a:latin typeface="Times New Roman"/>
                <a:cs typeface="Times New Roman"/>
              </a:rPr>
              <a:t>--</a:t>
            </a:r>
            <a:endParaRPr sz="7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740411" y="1655537"/>
            <a:ext cx="274955" cy="1187450"/>
          </a:xfrm>
          <a:custGeom>
            <a:avLst/>
            <a:gdLst/>
            <a:ahLst/>
            <a:cxnLst/>
            <a:rect l="l" t="t" r="r" b="b"/>
            <a:pathLst>
              <a:path w="274954" h="1187450">
                <a:moveTo>
                  <a:pt x="274913" y="1187272"/>
                </a:moveTo>
                <a:lnTo>
                  <a:pt x="0" y="1187272"/>
                </a:lnTo>
                <a:lnTo>
                  <a:pt x="0" y="0"/>
                </a:lnTo>
                <a:lnTo>
                  <a:pt x="274913" y="0"/>
                </a:lnTo>
                <a:lnTo>
                  <a:pt x="274913" y="1187272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66395" algn="l"/>
              </a:tabLst>
            </a:pPr>
            <a:r>
              <a:rPr sz="5325" u="heavy" spc="-247" baseline="-4694" dirty="0">
                <a:uFill>
                  <a:solidFill>
                    <a:srgbClr val="606060"/>
                  </a:solidFill>
                </a:uFill>
              </a:rPr>
              <a:t>.,</a:t>
            </a:r>
            <a:r>
              <a:rPr sz="5325" spc="-247" baseline="-4694" dirty="0"/>
              <a:t>	</a:t>
            </a:r>
            <a:r>
              <a:rPr sz="7100" spc="-1140" dirty="0">
                <a:solidFill>
                  <a:srgbClr val="A0A0A0"/>
                </a:solidFill>
              </a:rPr>
              <a:t>--</a:t>
            </a:r>
            <a:endParaRPr sz="7100"/>
          </a:p>
        </p:txBody>
      </p:sp>
      <p:sp>
        <p:nvSpPr>
          <p:cNvPr id="26" name="object 26"/>
          <p:cNvSpPr/>
          <p:nvPr/>
        </p:nvSpPr>
        <p:spPr>
          <a:xfrm>
            <a:off x="9842589" y="2757454"/>
            <a:ext cx="71755" cy="0"/>
          </a:xfrm>
          <a:custGeom>
            <a:avLst/>
            <a:gdLst/>
            <a:ahLst/>
            <a:cxnLst/>
            <a:rect l="l" t="t" r="r" b="b"/>
            <a:pathLst>
              <a:path w="71754">
                <a:moveTo>
                  <a:pt x="0" y="0"/>
                </a:moveTo>
                <a:lnTo>
                  <a:pt x="71716" y="0"/>
                </a:lnTo>
              </a:path>
            </a:pathLst>
          </a:custGeom>
          <a:ln w="12821">
            <a:solidFill>
              <a:srgbClr val="6060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829886" y="2558842"/>
            <a:ext cx="115570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60" dirty="0">
                <a:solidFill>
                  <a:srgbClr val="606060"/>
                </a:solidFill>
                <a:latin typeface="Times New Roman"/>
                <a:cs typeface="Times New Roman"/>
              </a:rPr>
              <a:t>a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72283" y="5225464"/>
            <a:ext cx="630555" cy="487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00" u="heavy" spc="-130" dirty="0">
                <a:solidFill>
                  <a:srgbClr val="2D3326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3000" u="heavy" spc="-1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DR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7424A983-5479-E345-8035-2E4055B69D75}"/>
                  </a:ext>
                </a:extLst>
              </p14:cNvPr>
              <p14:cNvContentPartPr/>
              <p14:nvPr/>
            </p14:nvContentPartPr>
            <p14:xfrm>
              <a:off x="2774160" y="-360"/>
              <a:ext cx="8698680" cy="6858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7424A983-5479-E345-8035-2E4055B69D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64800" y="-9720"/>
                <a:ext cx="8717400" cy="6877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45" y="0"/>
            <a:ext cx="10972910" cy="67926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7DE5649-A4BD-9349-9D65-FC28EA3B1812}"/>
                  </a:ext>
                </a:extLst>
              </p14:cNvPr>
              <p14:cNvContentPartPr/>
              <p14:nvPr/>
            </p14:nvContentPartPr>
            <p14:xfrm>
              <a:off x="5840280" y="-360"/>
              <a:ext cx="5795280" cy="48261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7DE5649-A4BD-9349-9D65-FC28EA3B18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0920" y="-9720"/>
                <a:ext cx="5814000" cy="4844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D4DF01-A341-4192-86AE-6726B94E4D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81" b="9749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marL="12700" algn="ctr" rtl="0">
              <a:lnSpc>
                <a:spcPct val="90000"/>
              </a:lnSpc>
              <a:spcBef>
                <a:spcPct val="0"/>
              </a:spcBef>
            </a:pPr>
            <a:r>
              <a:rPr lang="en-US" sz="5200" kern="1200" spc="-270">
                <a:solidFill>
                  <a:srgbClr val="FFFFFF"/>
                </a:solidFill>
                <a:latin typeface="+mj-lt"/>
                <a:cs typeface="+mj-cs"/>
              </a:rPr>
              <a:t>Tipo </a:t>
            </a:r>
            <a:r>
              <a:rPr lang="en-US" sz="5200" kern="1200" spc="-275">
                <a:solidFill>
                  <a:srgbClr val="FFFFFF"/>
                </a:solidFill>
                <a:latin typeface="+mj-lt"/>
                <a:cs typeface="+mj-cs"/>
              </a:rPr>
              <a:t>de</a:t>
            </a:r>
            <a:r>
              <a:rPr lang="en-US" sz="5200" kern="1200" spc="-425">
                <a:solidFill>
                  <a:srgbClr val="FFFFFF"/>
                </a:solidFill>
                <a:latin typeface="+mj-lt"/>
                <a:cs typeface="+mj-cs"/>
              </a:rPr>
              <a:t> </a:t>
            </a:r>
            <a:r>
              <a:rPr lang="en-US" sz="5200" kern="1200" spc="-200">
                <a:solidFill>
                  <a:srgbClr val="FFFFFF"/>
                </a:solidFill>
                <a:latin typeface="+mj-lt"/>
                <a:cs typeface="+mj-cs"/>
              </a:rPr>
              <a:t>Firewall</a:t>
            </a:r>
            <a:endParaRPr lang="en-US" sz="5200" kern="1200">
              <a:solidFill>
                <a:srgbClr val="FFFFFF"/>
              </a:solidFill>
              <a:latin typeface="+mj-lt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200" y="0"/>
            <a:ext cx="97536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6D26741-794E-4BCF-B260-989428FD13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121" b="6880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4FB6D70-56EA-CA43-99DD-C11E5408D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4600" kern="1200" dirty="0">
                <a:solidFill>
                  <a:schemeClr val="tx1"/>
                </a:solidFill>
                <a:latin typeface="+mj-lt"/>
                <a:cs typeface="+mj-cs"/>
              </a:rPr>
              <a:t>Como </a:t>
            </a:r>
            <a:r>
              <a:rPr lang="en-US" sz="4600" kern="1200" dirty="0" err="1">
                <a:solidFill>
                  <a:schemeClr val="tx1"/>
                </a:solidFill>
                <a:latin typeface="+mj-lt"/>
                <a:cs typeface="+mj-cs"/>
              </a:rPr>
              <a:t>atividade</a:t>
            </a:r>
            <a:r>
              <a:rPr lang="en-US" sz="4600" kern="1200" dirty="0">
                <a:solidFill>
                  <a:schemeClr val="tx1"/>
                </a:solidFill>
                <a:latin typeface="+mj-lt"/>
                <a:cs typeface="+mj-cs"/>
              </a:rPr>
              <a:t> de </a:t>
            </a:r>
            <a:r>
              <a:rPr lang="en-US" sz="4600" kern="1200" dirty="0" err="1">
                <a:solidFill>
                  <a:schemeClr val="tx1"/>
                </a:solidFill>
                <a:latin typeface="+mj-lt"/>
                <a:cs typeface="+mj-cs"/>
              </a:rPr>
              <a:t>fixação</a:t>
            </a:r>
            <a:r>
              <a:rPr lang="en-US" sz="4600" kern="1200" dirty="0">
                <a:solidFill>
                  <a:schemeClr val="tx1"/>
                </a:solidFill>
                <a:latin typeface="+mj-lt"/>
                <a:cs typeface="+mj-cs"/>
              </a:rPr>
              <a:t> </a:t>
            </a:r>
            <a:r>
              <a:rPr lang="en-US" sz="4600" kern="1200" dirty="0" err="1">
                <a:solidFill>
                  <a:schemeClr val="tx1"/>
                </a:solidFill>
                <a:latin typeface="+mj-lt"/>
                <a:cs typeface="+mj-cs"/>
              </a:rPr>
              <a:t>vocês</a:t>
            </a:r>
            <a:r>
              <a:rPr lang="en-US" sz="4600" kern="1200" dirty="0">
                <a:solidFill>
                  <a:schemeClr val="tx1"/>
                </a:solidFill>
                <a:latin typeface="+mj-lt"/>
                <a:cs typeface="+mj-cs"/>
              </a:rPr>
              <a:t> </a:t>
            </a:r>
            <a:r>
              <a:rPr lang="en-US" sz="4600" kern="1200" dirty="0" err="1">
                <a:solidFill>
                  <a:schemeClr val="tx1"/>
                </a:solidFill>
                <a:latin typeface="+mj-lt"/>
                <a:cs typeface="+mj-cs"/>
              </a:rPr>
              <a:t>deverão</a:t>
            </a:r>
            <a:r>
              <a:rPr lang="en-US" sz="4600" kern="1200" dirty="0">
                <a:solidFill>
                  <a:schemeClr val="tx1"/>
                </a:solidFill>
                <a:latin typeface="+mj-lt"/>
                <a:cs typeface="+mj-cs"/>
              </a:rPr>
              <a:t> </a:t>
            </a:r>
            <a:r>
              <a:rPr lang="en-US" sz="4600" kern="1200" dirty="0" err="1">
                <a:solidFill>
                  <a:schemeClr val="tx1"/>
                </a:solidFill>
                <a:latin typeface="+mj-lt"/>
                <a:cs typeface="+mj-cs"/>
              </a:rPr>
              <a:t>escrever</a:t>
            </a:r>
            <a:r>
              <a:rPr lang="en-US" sz="4600" kern="1200" dirty="0">
                <a:solidFill>
                  <a:schemeClr val="tx1"/>
                </a:solidFill>
                <a:latin typeface="+mj-lt"/>
                <a:cs typeface="+mj-cs"/>
              </a:rPr>
              <a:t> </a:t>
            </a:r>
            <a:r>
              <a:rPr lang="en-US" sz="4600" kern="1200" dirty="0" err="1">
                <a:solidFill>
                  <a:schemeClr val="tx1"/>
                </a:solidFill>
                <a:latin typeface="+mj-lt"/>
                <a:cs typeface="+mj-cs"/>
              </a:rPr>
              <a:t>individualmente</a:t>
            </a:r>
            <a:r>
              <a:rPr lang="en-US" sz="4600" kern="1200" dirty="0">
                <a:solidFill>
                  <a:schemeClr val="tx1"/>
                </a:solidFill>
                <a:latin typeface="+mj-lt"/>
                <a:cs typeface="+mj-cs"/>
              </a:rPr>
              <a:t>, </a:t>
            </a:r>
            <a:r>
              <a:rPr lang="en-US" sz="4600" kern="1200" dirty="0" err="1">
                <a:solidFill>
                  <a:schemeClr val="tx1"/>
                </a:solidFill>
                <a:latin typeface="+mj-lt"/>
                <a:cs typeface="+mj-cs"/>
              </a:rPr>
              <a:t>uma</a:t>
            </a:r>
            <a:r>
              <a:rPr lang="en-US" sz="4600" kern="1200" dirty="0">
                <a:solidFill>
                  <a:schemeClr val="tx1"/>
                </a:solidFill>
                <a:latin typeface="+mj-lt"/>
                <a:cs typeface="+mj-cs"/>
              </a:rPr>
              <a:t> </a:t>
            </a:r>
            <a:r>
              <a:rPr lang="en-US" sz="4600" kern="1200" dirty="0" err="1">
                <a:solidFill>
                  <a:schemeClr val="tx1"/>
                </a:solidFill>
                <a:latin typeface="+mj-lt"/>
                <a:cs typeface="+mj-cs"/>
              </a:rPr>
              <a:t>descrição</a:t>
            </a:r>
            <a:r>
              <a:rPr lang="en-US" sz="4600" kern="1200" dirty="0">
                <a:solidFill>
                  <a:schemeClr val="tx1"/>
                </a:solidFill>
                <a:latin typeface="+mj-lt"/>
                <a:cs typeface="+mj-cs"/>
              </a:rPr>
              <a:t> de Firewall.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10622DD4-1D81-8645-BDD3-3AF75875575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04553" y="5624945"/>
            <a:ext cx="907856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 err="1">
                <a:solidFill>
                  <a:schemeClr val="tx1"/>
                </a:solidFill>
              </a:rPr>
              <a:t>Entrega</a:t>
            </a:r>
            <a:r>
              <a:rPr lang="en-US" sz="2400" kern="1200" dirty="0">
                <a:solidFill>
                  <a:schemeClr val="tx1"/>
                </a:solidFill>
              </a:rPr>
              <a:t>  </a:t>
            </a:r>
            <a:r>
              <a:rPr lang="en-US" sz="2400" kern="1200" dirty="0" err="1">
                <a:solidFill>
                  <a:schemeClr val="tx1"/>
                </a:solidFill>
              </a:rPr>
              <a:t>será</a:t>
            </a:r>
            <a:r>
              <a:rPr lang="en-US" sz="2400" kern="1200" dirty="0">
                <a:solidFill>
                  <a:schemeClr val="tx1"/>
                </a:solidFill>
              </a:rPr>
              <a:t> no classroom </a:t>
            </a:r>
            <a:r>
              <a:rPr lang="en-US" sz="2400" kern="1200" dirty="0" err="1">
                <a:solidFill>
                  <a:schemeClr val="tx1"/>
                </a:solidFill>
              </a:rPr>
              <a:t>até</a:t>
            </a:r>
            <a:r>
              <a:rPr lang="en-US" sz="2400" kern="1200" dirty="0">
                <a:solidFill>
                  <a:schemeClr val="tx1"/>
                </a:solidFill>
              </a:rPr>
              <a:t> a </a:t>
            </a:r>
            <a:r>
              <a:rPr lang="en-US" sz="2400" kern="1200" dirty="0" err="1">
                <a:solidFill>
                  <a:schemeClr val="tx1"/>
                </a:solidFill>
              </a:rPr>
              <a:t>próxima</a:t>
            </a:r>
            <a:r>
              <a:rPr lang="en-US" sz="2400" kern="1200" dirty="0">
                <a:solidFill>
                  <a:schemeClr val="tx1"/>
                </a:solidFill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</a:rPr>
              <a:t>quinta-feira</a:t>
            </a:r>
            <a:r>
              <a:rPr lang="en-US" sz="2400" kern="12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91466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46</Words>
  <Application>Microsoft Macintosh PowerPoint</Application>
  <PresentationFormat>Widescreen</PresentationFormat>
  <Paragraphs>12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Firewall </vt:lpstr>
      <vt:lpstr>., --</vt:lpstr>
      <vt:lpstr>Apresentação do PowerPoint</vt:lpstr>
      <vt:lpstr>Apresentação do PowerPoint</vt:lpstr>
      <vt:lpstr>Apresentação do PowerPoint</vt:lpstr>
      <vt:lpstr>Tipo de Firewall</vt:lpstr>
      <vt:lpstr>Apresentação do PowerPoint</vt:lpstr>
      <vt:lpstr>Apresentação do PowerPoint</vt:lpstr>
      <vt:lpstr>Como atividade de fixação vocês deverão escrever individualmente, uma descrição de Firewall.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Firewall </dc:title>
  <dc:creator>Renata Tolentino</dc:creator>
  <cp:lastModifiedBy>Renata Tolentino</cp:lastModifiedBy>
  <cp:revision>3</cp:revision>
  <dcterms:created xsi:type="dcterms:W3CDTF">2020-11-12T15:03:13Z</dcterms:created>
  <dcterms:modified xsi:type="dcterms:W3CDTF">2020-11-12T19:22:19Z</dcterms:modified>
</cp:coreProperties>
</file>