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/>
  </p:normalViewPr>
  <p:slideViewPr>
    <p:cSldViewPr snapToGrid="0" snapToObjects="1">
      <p:cViewPr varScale="1">
        <p:scale>
          <a:sx n="96" d="100"/>
          <a:sy n="96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CE984-28B4-0F47-978A-E64D2E1A2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91D954-7BFA-4A49-9F1B-C238FB725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9BFCA6-5FAB-2848-B9CE-6BBF3D71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958F69-D936-654A-8E18-55139570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456309-7E96-5440-8D27-0563C2F9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23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FDF1B-B512-6547-B8B5-B80F8583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434106-151C-E24F-A47F-F2D8C2ED2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92DFB5-4F7C-494B-861B-6CA11B64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6A2276-4E68-794B-A3EB-DC246E549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D7C17D-73B7-C84C-B048-886F7E2E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221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BB70A-BC05-1044-B7B2-BEC842C14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D2CF3F-CC6F-A64F-B03E-34A0CFE2F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662F05-78B3-BB4E-9C38-23517C82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01D997-2467-3D41-832E-C859BDA1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5E99B0-4188-4C45-AFB1-FC698DD4A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042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BF3B5-BDAE-F843-A1EE-04DC7E5C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26279C-EB52-A945-B17A-19423B317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20223F-5039-8C48-B3A3-A94A2B8CA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CD0D5C-C866-7C45-90DB-C4D4DFAF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3DBEEC-E96B-FD40-977C-709F09BC8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4FA8A-9E61-A64B-9B3A-AA6FD5977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67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6EB2F-07FE-3847-94A7-C748218F4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56F66D-8A21-BE48-BB2B-FA07E838A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8690D1-479A-4A4D-A6F7-6E6C174A8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A20B6A-1E94-FF4A-BC6C-78F7C893D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B73EC5-20F7-934B-9E8E-B68C5B473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FF9A33E-3B1F-7841-8EA7-5EC380600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158D872-51C1-814B-82F8-D4497133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B4BCC9-EA99-884B-BB80-4677F7FC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10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DEAD9-6945-A942-8521-CCC4EC5C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AF08C3-201F-8146-AF6C-9B788725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1BEC4C-8002-2047-A07D-6BDD2CC1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E54330-6F54-5045-BC33-C7322E5F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09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6F08F77-F6DC-A24B-95FE-B1B2B449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47C33E-EA8A-CA47-8AE7-5DA4898A2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EB400A-D506-4A4D-9067-0F81B1D4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85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D6B2D5-DC34-7F42-903A-B5B0B6CC1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C5FE6E-B153-1C4A-8761-8C05AE47F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142089-D966-514B-8221-765096F75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CED986-BBEF-1B47-913D-54E39C66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5DF86F-2FA0-624A-878B-55DA1394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8D8DCD-5AC0-1E47-8A15-A434A318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732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1CEFA-033E-0148-8C47-96204BBF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F2EA64C-12F0-5041-B907-6497FC478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015715-57C5-514E-AE37-3DDFBDEF2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1D452E-1D0E-F44E-BD2E-38E91D76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A48DAA-407B-3742-83DE-C958C2944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6D45DC-4C4F-B649-B77E-77998CB5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730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F1338-FDC3-E848-9FCF-1B9126FBC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52188B-56FC-8049-A3BB-60973FE17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99FFA0-38FC-C44C-BE70-91F15056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A2681B-BE40-9842-9F50-843C9785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28658D-C9FD-C548-B6BF-4D7115E8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770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BE528E-3B7A-F344-9CF6-9A29B4340E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B5A133-4B66-7442-917D-5FE6BC456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ACEAE8-F78F-674D-BDAA-EBFC2335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81CEF4-0234-E044-9137-8C1EBD57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152619-3A1A-4D48-AB66-722CBD70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19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C77EF87-4B2B-4C4F-89D4-CC63D8465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D38917-5E5A-1940-879C-777259CF5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20498C-B158-B44D-8F45-E0677B50F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C6E7C-C2C1-5E41-8824-78E22A266224}" type="datetimeFigureOut">
              <a:rPr lang="pt-BR" smtClean="0"/>
              <a:t>18/08/2020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3B5C95-6FF7-B044-8DC9-387F70A7A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CC38FB-517F-914A-80D7-63E9B83CB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DDF81-A418-C945-9665-4CCB9F3AC7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42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986F2F-9325-8C44-9969-21850E73B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2248" y="1481328"/>
            <a:ext cx="2926080" cy="2468880"/>
          </a:xfrm>
        </p:spPr>
        <p:txBody>
          <a:bodyPr>
            <a:normAutofit/>
          </a:bodyPr>
          <a:lstStyle/>
          <a:p>
            <a:pPr algn="l"/>
            <a:r>
              <a:rPr lang="pt-BR" sz="4000" dirty="0"/>
              <a:t>Qual classificação você faria?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EC9381-8B5D-9140-AE43-849FF14C4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0440" y="5249278"/>
            <a:ext cx="4506137" cy="1307592"/>
          </a:xfrm>
        </p:spPr>
        <p:txBody>
          <a:bodyPr>
            <a:normAutofit fontScale="55000" lnSpcReduction="20000"/>
          </a:bodyPr>
          <a:lstStyle/>
          <a:p>
            <a:r>
              <a:rPr lang="pt-BR" sz="2000" dirty="0"/>
              <a:t>Abrangência: LAN 0 rede local, porque estão no mesmo local</a:t>
            </a:r>
          </a:p>
          <a:p>
            <a:r>
              <a:rPr lang="pt-BR" sz="2000" dirty="0"/>
              <a:t>Modelo computacional: centralizada devido à presença do servidor</a:t>
            </a:r>
          </a:p>
          <a:p>
            <a:r>
              <a:rPr lang="pt-BR" sz="2000" dirty="0"/>
              <a:t>Comutação: por pacotes</a:t>
            </a:r>
          </a:p>
          <a:p>
            <a:r>
              <a:rPr lang="pt-BR" sz="2000" dirty="0"/>
              <a:t>Método de acesso ao meio: não tem como avaliar, mas seria contenção  ou </a:t>
            </a:r>
            <a:r>
              <a:rPr lang="pt-BR" sz="2000" dirty="0" err="1"/>
              <a:t>varredutra</a:t>
            </a:r>
            <a:endParaRPr lang="pt-BR" sz="2000" dirty="0"/>
          </a:p>
          <a:p>
            <a:r>
              <a:rPr lang="pt-BR" sz="2000" dirty="0" err="1"/>
              <a:t>Topoologia</a:t>
            </a:r>
            <a:r>
              <a:rPr lang="pt-BR" sz="2000" dirty="0"/>
              <a:t>: Estrela, Wireless e Árvore</a:t>
            </a:r>
          </a:p>
          <a:p>
            <a:pPr algn="l"/>
            <a:endParaRPr lang="pt-BR" sz="2000" dirty="0"/>
          </a:p>
        </p:txBody>
      </p:sp>
      <p:sp>
        <p:nvSpPr>
          <p:cNvPr id="31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235928-308B-4B4A-B99F-39DE3D63C0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42" r="287"/>
          <a:stretch/>
        </p:blipFill>
        <p:spPr>
          <a:xfrm>
            <a:off x="921910" y="465243"/>
            <a:ext cx="7761924" cy="5343065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17150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7F6A5-795A-7848-9D6D-1F1CD81F8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7F4290-4922-994D-9808-CBCBE9D4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Abrangência:</a:t>
            </a:r>
          </a:p>
          <a:p>
            <a:r>
              <a:rPr lang="pt-BR" dirty="0"/>
              <a:t>Modelo computacional:</a:t>
            </a:r>
          </a:p>
          <a:p>
            <a:r>
              <a:rPr lang="pt-BR" dirty="0"/>
              <a:t>Comutação:</a:t>
            </a:r>
          </a:p>
          <a:p>
            <a:r>
              <a:rPr lang="pt-BR" dirty="0"/>
              <a:t>Método de acesso ao meio:</a:t>
            </a:r>
          </a:p>
          <a:p>
            <a:r>
              <a:rPr lang="pt-BR" dirty="0" err="1"/>
              <a:t>Topoogia</a:t>
            </a:r>
            <a:r>
              <a:rPr lang="pt-B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627357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68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Rockwell</vt:lpstr>
      <vt:lpstr>Tema do Office</vt:lpstr>
      <vt:lpstr>Qual classificação você faria?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 classificação você faria?</dc:title>
  <dc:creator>Renata Tolentino</dc:creator>
  <cp:lastModifiedBy>Renata Tolentino</cp:lastModifiedBy>
  <cp:revision>2</cp:revision>
  <dcterms:created xsi:type="dcterms:W3CDTF">2020-08-18T11:39:21Z</dcterms:created>
  <dcterms:modified xsi:type="dcterms:W3CDTF">2020-08-18T12:04:40Z</dcterms:modified>
</cp:coreProperties>
</file>